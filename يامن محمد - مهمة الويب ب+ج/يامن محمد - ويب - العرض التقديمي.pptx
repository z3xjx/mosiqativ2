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ed Mohammad" userId="19052ea912131544" providerId="LiveId" clId="{419B279A-87A1-44D1-83B4-A3115660CE7B}"/>
    <pc:docChg chg="custSel addSld modSld">
      <pc:chgData name="Majed Mohammad" userId="19052ea912131544" providerId="LiveId" clId="{419B279A-87A1-44D1-83B4-A3115660CE7B}" dt="2026-06-06T15:14:05.572" v="882" actId="27636"/>
      <pc:docMkLst>
        <pc:docMk/>
      </pc:docMkLst>
      <pc:sldChg chg="modSp new mod">
        <pc:chgData name="Majed Mohammad" userId="19052ea912131544" providerId="LiveId" clId="{419B279A-87A1-44D1-83B4-A3115660CE7B}" dt="2026-06-06T14:47:44.904" v="34" actId="1076"/>
        <pc:sldMkLst>
          <pc:docMk/>
          <pc:sldMk cId="754158318" sldId="256"/>
        </pc:sldMkLst>
        <pc:spChg chg="mod">
          <ac:chgData name="Majed Mohammad" userId="19052ea912131544" providerId="LiveId" clId="{419B279A-87A1-44D1-83B4-A3115660CE7B}" dt="2026-06-06T14:46:57.713" v="26" actId="20577"/>
          <ac:spMkLst>
            <pc:docMk/>
            <pc:sldMk cId="754158318" sldId="256"/>
            <ac:spMk id="2" creationId="{02F02385-EC05-4B0F-886A-86FB87E4E44A}"/>
          </ac:spMkLst>
        </pc:spChg>
        <pc:spChg chg="mod">
          <ac:chgData name="Majed Mohammad" userId="19052ea912131544" providerId="LiveId" clId="{419B279A-87A1-44D1-83B4-A3115660CE7B}" dt="2026-06-06T14:47:44.904" v="34" actId="1076"/>
          <ac:spMkLst>
            <pc:docMk/>
            <pc:sldMk cId="754158318" sldId="256"/>
            <ac:spMk id="3" creationId="{E0D1C927-0A99-4D50-BBEE-A4E2F63A25B7}"/>
          </ac:spMkLst>
        </pc:spChg>
      </pc:sldChg>
      <pc:sldChg chg="modSp new mod">
        <pc:chgData name="Majed Mohammad" userId="19052ea912131544" providerId="LiveId" clId="{419B279A-87A1-44D1-83B4-A3115660CE7B}" dt="2026-06-06T14:48:40.378" v="60" actId="255"/>
        <pc:sldMkLst>
          <pc:docMk/>
          <pc:sldMk cId="1588040135" sldId="257"/>
        </pc:sldMkLst>
        <pc:spChg chg="mod">
          <ac:chgData name="Majed Mohammad" userId="19052ea912131544" providerId="LiveId" clId="{419B279A-87A1-44D1-83B4-A3115660CE7B}" dt="2026-06-06T14:48:10.745" v="54" actId="20577"/>
          <ac:spMkLst>
            <pc:docMk/>
            <pc:sldMk cId="1588040135" sldId="257"/>
            <ac:spMk id="2" creationId="{224B78E1-22C7-404D-83C5-AE70522E7C98}"/>
          </ac:spMkLst>
        </pc:spChg>
        <pc:spChg chg="mod">
          <ac:chgData name="Majed Mohammad" userId="19052ea912131544" providerId="LiveId" clId="{419B279A-87A1-44D1-83B4-A3115660CE7B}" dt="2026-06-06T14:48:40.378" v="60" actId="255"/>
          <ac:spMkLst>
            <pc:docMk/>
            <pc:sldMk cId="1588040135" sldId="257"/>
            <ac:spMk id="3" creationId="{A236EEB2-2FF6-4DD1-ACB9-94B0A18E87AE}"/>
          </ac:spMkLst>
        </pc:spChg>
      </pc:sldChg>
      <pc:sldChg chg="modSp new mod">
        <pc:chgData name="Majed Mohammad" userId="19052ea912131544" providerId="LiveId" clId="{419B279A-87A1-44D1-83B4-A3115660CE7B}" dt="2026-06-06T14:49:27.853" v="89" actId="255"/>
        <pc:sldMkLst>
          <pc:docMk/>
          <pc:sldMk cId="2506428352" sldId="258"/>
        </pc:sldMkLst>
        <pc:spChg chg="mod">
          <ac:chgData name="Majed Mohammad" userId="19052ea912131544" providerId="LiveId" clId="{419B279A-87A1-44D1-83B4-A3115660CE7B}" dt="2026-06-06T14:48:56.393" v="78" actId="20577"/>
          <ac:spMkLst>
            <pc:docMk/>
            <pc:sldMk cId="2506428352" sldId="258"/>
            <ac:spMk id="2" creationId="{7355A958-AAE6-4152-8011-73EEAE0861E8}"/>
          </ac:spMkLst>
        </pc:spChg>
        <pc:spChg chg="mod">
          <ac:chgData name="Majed Mohammad" userId="19052ea912131544" providerId="LiveId" clId="{419B279A-87A1-44D1-83B4-A3115660CE7B}" dt="2026-06-06T14:49:27.853" v="89" actId="255"/>
          <ac:spMkLst>
            <pc:docMk/>
            <pc:sldMk cId="2506428352" sldId="258"/>
            <ac:spMk id="3" creationId="{3B7BCBA4-F682-4B25-985E-0B1983CF3C31}"/>
          </ac:spMkLst>
        </pc:spChg>
      </pc:sldChg>
      <pc:sldChg chg="modSp new mod">
        <pc:chgData name="Majed Mohammad" userId="19052ea912131544" providerId="LiveId" clId="{419B279A-87A1-44D1-83B4-A3115660CE7B}" dt="2026-06-06T14:50:10.719" v="113" actId="255"/>
        <pc:sldMkLst>
          <pc:docMk/>
          <pc:sldMk cId="427330164" sldId="259"/>
        </pc:sldMkLst>
        <pc:spChg chg="mod">
          <ac:chgData name="Majed Mohammad" userId="19052ea912131544" providerId="LiveId" clId="{419B279A-87A1-44D1-83B4-A3115660CE7B}" dt="2026-06-06T14:49:40.281" v="107" actId="20577"/>
          <ac:spMkLst>
            <pc:docMk/>
            <pc:sldMk cId="427330164" sldId="259"/>
            <ac:spMk id="2" creationId="{7E588BD6-30FE-458D-A4E6-E0834527264E}"/>
          </ac:spMkLst>
        </pc:spChg>
        <pc:spChg chg="mod">
          <ac:chgData name="Majed Mohammad" userId="19052ea912131544" providerId="LiveId" clId="{419B279A-87A1-44D1-83B4-A3115660CE7B}" dt="2026-06-06T14:50:10.719" v="113" actId="255"/>
          <ac:spMkLst>
            <pc:docMk/>
            <pc:sldMk cId="427330164" sldId="259"/>
            <ac:spMk id="3" creationId="{47502039-C56D-4BD1-A301-917C076843A3}"/>
          </ac:spMkLst>
        </pc:spChg>
      </pc:sldChg>
      <pc:sldChg chg="modSp new mod">
        <pc:chgData name="Majed Mohammad" userId="19052ea912131544" providerId="LiveId" clId="{419B279A-87A1-44D1-83B4-A3115660CE7B}" dt="2026-06-06T14:51:04.189" v="157" actId="255"/>
        <pc:sldMkLst>
          <pc:docMk/>
          <pc:sldMk cId="921232335" sldId="260"/>
        </pc:sldMkLst>
        <pc:spChg chg="mod">
          <ac:chgData name="Majed Mohammad" userId="19052ea912131544" providerId="LiveId" clId="{419B279A-87A1-44D1-83B4-A3115660CE7B}" dt="2026-06-06T14:50:29.545" v="152" actId="20577"/>
          <ac:spMkLst>
            <pc:docMk/>
            <pc:sldMk cId="921232335" sldId="260"/>
            <ac:spMk id="2" creationId="{039A1008-1D66-4AEA-8970-82DA7466517C}"/>
          </ac:spMkLst>
        </pc:spChg>
        <pc:spChg chg="mod">
          <ac:chgData name="Majed Mohammad" userId="19052ea912131544" providerId="LiveId" clId="{419B279A-87A1-44D1-83B4-A3115660CE7B}" dt="2026-06-06T14:51:04.189" v="157" actId="255"/>
          <ac:spMkLst>
            <pc:docMk/>
            <pc:sldMk cId="921232335" sldId="260"/>
            <ac:spMk id="3" creationId="{462FB673-D477-4821-B927-A14FC109DA92}"/>
          </ac:spMkLst>
        </pc:spChg>
      </pc:sldChg>
      <pc:sldChg chg="modSp new mod">
        <pc:chgData name="Majed Mohammad" userId="19052ea912131544" providerId="LiveId" clId="{419B279A-87A1-44D1-83B4-A3115660CE7B}" dt="2026-06-06T14:51:58.802" v="190" actId="255"/>
        <pc:sldMkLst>
          <pc:docMk/>
          <pc:sldMk cId="3396526568" sldId="261"/>
        </pc:sldMkLst>
        <pc:spChg chg="mod">
          <ac:chgData name="Majed Mohammad" userId="19052ea912131544" providerId="LiveId" clId="{419B279A-87A1-44D1-83B4-A3115660CE7B}" dt="2026-06-06T14:51:29.675" v="184" actId="782"/>
          <ac:spMkLst>
            <pc:docMk/>
            <pc:sldMk cId="3396526568" sldId="261"/>
            <ac:spMk id="2" creationId="{1FDB2819-D6FE-4E13-9197-7F4AC6365D70}"/>
          </ac:spMkLst>
        </pc:spChg>
        <pc:spChg chg="mod">
          <ac:chgData name="Majed Mohammad" userId="19052ea912131544" providerId="LiveId" clId="{419B279A-87A1-44D1-83B4-A3115660CE7B}" dt="2026-06-06T14:51:58.802" v="190" actId="255"/>
          <ac:spMkLst>
            <pc:docMk/>
            <pc:sldMk cId="3396526568" sldId="261"/>
            <ac:spMk id="3" creationId="{B871C108-F563-41CB-875A-9C21DAE92232}"/>
          </ac:spMkLst>
        </pc:spChg>
      </pc:sldChg>
      <pc:sldChg chg="modSp new mod">
        <pc:chgData name="Majed Mohammad" userId="19052ea912131544" providerId="LiveId" clId="{419B279A-87A1-44D1-83B4-A3115660CE7B}" dt="2026-06-06T14:52:40.244" v="219" actId="255"/>
        <pc:sldMkLst>
          <pc:docMk/>
          <pc:sldMk cId="2776459576" sldId="262"/>
        </pc:sldMkLst>
        <pc:spChg chg="mod">
          <ac:chgData name="Majed Mohammad" userId="19052ea912131544" providerId="LiveId" clId="{419B279A-87A1-44D1-83B4-A3115660CE7B}" dt="2026-06-06T14:52:10.689" v="213" actId="20577"/>
          <ac:spMkLst>
            <pc:docMk/>
            <pc:sldMk cId="2776459576" sldId="262"/>
            <ac:spMk id="2" creationId="{6F78EF89-DA74-46BA-ACB0-CDBE0DA44934}"/>
          </ac:spMkLst>
        </pc:spChg>
        <pc:spChg chg="mod">
          <ac:chgData name="Majed Mohammad" userId="19052ea912131544" providerId="LiveId" clId="{419B279A-87A1-44D1-83B4-A3115660CE7B}" dt="2026-06-06T14:52:40.244" v="219" actId="255"/>
          <ac:spMkLst>
            <pc:docMk/>
            <pc:sldMk cId="2776459576" sldId="262"/>
            <ac:spMk id="3" creationId="{1504FA8B-22D4-4FBF-97C4-242700E1FC27}"/>
          </ac:spMkLst>
        </pc:spChg>
      </pc:sldChg>
      <pc:sldChg chg="modSp new mod">
        <pc:chgData name="Majed Mohammad" userId="19052ea912131544" providerId="LiveId" clId="{419B279A-87A1-44D1-83B4-A3115660CE7B}" dt="2026-06-06T14:53:22.754" v="240" actId="255"/>
        <pc:sldMkLst>
          <pc:docMk/>
          <pc:sldMk cId="4222389670" sldId="263"/>
        </pc:sldMkLst>
        <pc:spChg chg="mod">
          <ac:chgData name="Majed Mohammad" userId="19052ea912131544" providerId="LiveId" clId="{419B279A-87A1-44D1-83B4-A3115660CE7B}" dt="2026-06-06T14:52:53.411" v="234" actId="20577"/>
          <ac:spMkLst>
            <pc:docMk/>
            <pc:sldMk cId="4222389670" sldId="263"/>
            <ac:spMk id="2" creationId="{C1850268-AD47-416A-9CC1-B607594DADA2}"/>
          </ac:spMkLst>
        </pc:spChg>
        <pc:spChg chg="mod">
          <ac:chgData name="Majed Mohammad" userId="19052ea912131544" providerId="LiveId" clId="{419B279A-87A1-44D1-83B4-A3115660CE7B}" dt="2026-06-06T14:53:22.754" v="240" actId="255"/>
          <ac:spMkLst>
            <pc:docMk/>
            <pc:sldMk cId="4222389670" sldId="263"/>
            <ac:spMk id="3" creationId="{6B5AC135-3481-46B0-AF0E-0A1234F241BC}"/>
          </ac:spMkLst>
        </pc:spChg>
      </pc:sldChg>
      <pc:sldChg chg="modSp new mod">
        <pc:chgData name="Majed Mohammad" userId="19052ea912131544" providerId="LiveId" clId="{419B279A-87A1-44D1-83B4-A3115660CE7B}" dt="2026-06-06T14:54:06.887" v="276" actId="255"/>
        <pc:sldMkLst>
          <pc:docMk/>
          <pc:sldMk cId="794683618" sldId="264"/>
        </pc:sldMkLst>
        <pc:spChg chg="mod">
          <ac:chgData name="Majed Mohammad" userId="19052ea912131544" providerId="LiveId" clId="{419B279A-87A1-44D1-83B4-A3115660CE7B}" dt="2026-06-06T14:53:39.103" v="271" actId="20577"/>
          <ac:spMkLst>
            <pc:docMk/>
            <pc:sldMk cId="794683618" sldId="264"/>
            <ac:spMk id="2" creationId="{766F9CFF-B9FC-49FC-B43D-76900E2EB6B9}"/>
          </ac:spMkLst>
        </pc:spChg>
        <pc:spChg chg="mod">
          <ac:chgData name="Majed Mohammad" userId="19052ea912131544" providerId="LiveId" clId="{419B279A-87A1-44D1-83B4-A3115660CE7B}" dt="2026-06-06T14:54:06.887" v="276" actId="255"/>
          <ac:spMkLst>
            <pc:docMk/>
            <pc:sldMk cId="794683618" sldId="264"/>
            <ac:spMk id="3" creationId="{95737CFD-0AA6-4FCF-9C19-23BC13C9F666}"/>
          </ac:spMkLst>
        </pc:spChg>
      </pc:sldChg>
      <pc:sldChg chg="modSp new mod">
        <pc:chgData name="Majed Mohammad" userId="19052ea912131544" providerId="LiveId" clId="{419B279A-87A1-44D1-83B4-A3115660CE7B}" dt="2026-06-06T14:54:57.170" v="302" actId="255"/>
        <pc:sldMkLst>
          <pc:docMk/>
          <pc:sldMk cId="1140522224" sldId="265"/>
        </pc:sldMkLst>
        <pc:spChg chg="mod">
          <ac:chgData name="Majed Mohammad" userId="19052ea912131544" providerId="LiveId" clId="{419B279A-87A1-44D1-83B4-A3115660CE7B}" dt="2026-06-06T14:54:31.199" v="296" actId="782"/>
          <ac:spMkLst>
            <pc:docMk/>
            <pc:sldMk cId="1140522224" sldId="265"/>
            <ac:spMk id="2" creationId="{95193ECA-AE3B-4411-946E-9AAF98CCDB74}"/>
          </ac:spMkLst>
        </pc:spChg>
        <pc:spChg chg="mod">
          <ac:chgData name="Majed Mohammad" userId="19052ea912131544" providerId="LiveId" clId="{419B279A-87A1-44D1-83B4-A3115660CE7B}" dt="2026-06-06T14:54:57.170" v="302" actId="255"/>
          <ac:spMkLst>
            <pc:docMk/>
            <pc:sldMk cId="1140522224" sldId="265"/>
            <ac:spMk id="3" creationId="{5F28D0AD-4A65-467A-BE80-0DAA059C71A2}"/>
          </ac:spMkLst>
        </pc:spChg>
      </pc:sldChg>
      <pc:sldChg chg="modSp new mod">
        <pc:chgData name="Majed Mohammad" userId="19052ea912131544" providerId="LiveId" clId="{419B279A-87A1-44D1-83B4-A3115660CE7B}" dt="2026-06-06T14:56:01.528" v="342" actId="255"/>
        <pc:sldMkLst>
          <pc:docMk/>
          <pc:sldMk cId="3483635884" sldId="266"/>
        </pc:sldMkLst>
        <pc:spChg chg="mod">
          <ac:chgData name="Majed Mohammad" userId="19052ea912131544" providerId="LiveId" clId="{419B279A-87A1-44D1-83B4-A3115660CE7B}" dt="2026-06-06T14:55:22.976" v="331" actId="782"/>
          <ac:spMkLst>
            <pc:docMk/>
            <pc:sldMk cId="3483635884" sldId="266"/>
            <ac:spMk id="2" creationId="{091577FF-8FF8-42A4-AAF5-0926B4AF2F6C}"/>
          </ac:spMkLst>
        </pc:spChg>
        <pc:spChg chg="mod">
          <ac:chgData name="Majed Mohammad" userId="19052ea912131544" providerId="LiveId" clId="{419B279A-87A1-44D1-83B4-A3115660CE7B}" dt="2026-06-06T14:56:01.528" v="342" actId="255"/>
          <ac:spMkLst>
            <pc:docMk/>
            <pc:sldMk cId="3483635884" sldId="266"/>
            <ac:spMk id="3" creationId="{A4BE8607-2F39-4014-90AD-9B6AF6992EC7}"/>
          </ac:spMkLst>
        </pc:spChg>
      </pc:sldChg>
      <pc:sldChg chg="modSp new mod">
        <pc:chgData name="Majed Mohammad" userId="19052ea912131544" providerId="LiveId" clId="{419B279A-87A1-44D1-83B4-A3115660CE7B}" dt="2026-06-06T15:14:05.441" v="880" actId="27636"/>
        <pc:sldMkLst>
          <pc:docMk/>
          <pc:sldMk cId="2379010346" sldId="267"/>
        </pc:sldMkLst>
        <pc:spChg chg="mod">
          <ac:chgData name="Majed Mohammad" userId="19052ea912131544" providerId="LiveId" clId="{419B279A-87A1-44D1-83B4-A3115660CE7B}" dt="2026-06-06T15:14:05.441" v="880" actId="27636"/>
          <ac:spMkLst>
            <pc:docMk/>
            <pc:sldMk cId="2379010346" sldId="267"/>
            <ac:spMk id="2" creationId="{E9C15650-66CE-4842-821A-E57FD38FC469}"/>
          </ac:spMkLst>
        </pc:spChg>
        <pc:spChg chg="mod">
          <ac:chgData name="Majed Mohammad" userId="19052ea912131544" providerId="LiveId" clId="{419B279A-87A1-44D1-83B4-A3115660CE7B}" dt="2026-06-06T14:56:52.585" v="375" actId="782"/>
          <ac:spMkLst>
            <pc:docMk/>
            <pc:sldMk cId="2379010346" sldId="267"/>
            <ac:spMk id="3" creationId="{59443447-D668-4F7C-B654-E132CD285C47}"/>
          </ac:spMkLst>
        </pc:spChg>
      </pc:sldChg>
      <pc:sldChg chg="modSp new mod">
        <pc:chgData name="Majed Mohammad" userId="19052ea912131544" providerId="LiveId" clId="{419B279A-87A1-44D1-83B4-A3115660CE7B}" dt="2026-06-06T14:58:22.684" v="454" actId="255"/>
        <pc:sldMkLst>
          <pc:docMk/>
          <pc:sldMk cId="4275847653" sldId="268"/>
        </pc:sldMkLst>
        <pc:spChg chg="mod">
          <ac:chgData name="Majed Mohammad" userId="19052ea912131544" providerId="LiveId" clId="{419B279A-87A1-44D1-83B4-A3115660CE7B}" dt="2026-06-06T14:57:07.057" v="393" actId="20577"/>
          <ac:spMkLst>
            <pc:docMk/>
            <pc:sldMk cId="4275847653" sldId="268"/>
            <ac:spMk id="2" creationId="{DD9CF190-CF83-4062-8F03-239DA2CF3FD0}"/>
          </ac:spMkLst>
        </pc:spChg>
        <pc:spChg chg="mod">
          <ac:chgData name="Majed Mohammad" userId="19052ea912131544" providerId="LiveId" clId="{419B279A-87A1-44D1-83B4-A3115660CE7B}" dt="2026-06-06T14:58:22.684" v="454" actId="255"/>
          <ac:spMkLst>
            <pc:docMk/>
            <pc:sldMk cId="4275847653" sldId="268"/>
            <ac:spMk id="3" creationId="{D83CBCCC-B94A-4889-A2AB-51E335C17FD1}"/>
          </ac:spMkLst>
        </pc:spChg>
      </pc:sldChg>
      <pc:sldChg chg="modSp new mod">
        <pc:chgData name="Majed Mohammad" userId="19052ea912131544" providerId="LiveId" clId="{419B279A-87A1-44D1-83B4-A3115660CE7B}" dt="2026-06-06T14:58:52.275" v="460" actId="20577"/>
        <pc:sldMkLst>
          <pc:docMk/>
          <pc:sldMk cId="2006174098" sldId="269"/>
        </pc:sldMkLst>
        <pc:spChg chg="mod">
          <ac:chgData name="Majed Mohammad" userId="19052ea912131544" providerId="LiveId" clId="{419B279A-87A1-44D1-83B4-A3115660CE7B}" dt="2026-06-06T14:57:21.495" v="407" actId="1076"/>
          <ac:spMkLst>
            <pc:docMk/>
            <pc:sldMk cId="2006174098" sldId="269"/>
            <ac:spMk id="2" creationId="{36826EC1-6D35-45C1-A2E5-10F0AE0A81B2}"/>
          </ac:spMkLst>
        </pc:spChg>
        <pc:spChg chg="mod">
          <ac:chgData name="Majed Mohammad" userId="19052ea912131544" providerId="LiveId" clId="{419B279A-87A1-44D1-83B4-A3115660CE7B}" dt="2026-06-06T14:58:52.275" v="460" actId="20577"/>
          <ac:spMkLst>
            <pc:docMk/>
            <pc:sldMk cId="2006174098" sldId="269"/>
            <ac:spMk id="3" creationId="{68B6A976-ED4E-4892-996F-AFB6978F33C1}"/>
          </ac:spMkLst>
        </pc:spChg>
      </pc:sldChg>
      <pc:sldChg chg="modSp new mod">
        <pc:chgData name="Majed Mohammad" userId="19052ea912131544" providerId="LiveId" clId="{419B279A-87A1-44D1-83B4-A3115660CE7B}" dt="2026-06-06T14:59:33.717" v="468" actId="20577"/>
        <pc:sldMkLst>
          <pc:docMk/>
          <pc:sldMk cId="1460668042" sldId="270"/>
        </pc:sldMkLst>
        <pc:spChg chg="mod">
          <ac:chgData name="Majed Mohammad" userId="19052ea912131544" providerId="LiveId" clId="{419B279A-87A1-44D1-83B4-A3115660CE7B}" dt="2026-06-06T14:57:40.380" v="425" actId="20577"/>
          <ac:spMkLst>
            <pc:docMk/>
            <pc:sldMk cId="1460668042" sldId="270"/>
            <ac:spMk id="2" creationId="{0887CA0E-5EFA-4735-96A7-BDDF4466E00B}"/>
          </ac:spMkLst>
        </pc:spChg>
        <pc:spChg chg="mod">
          <ac:chgData name="Majed Mohammad" userId="19052ea912131544" providerId="LiveId" clId="{419B279A-87A1-44D1-83B4-A3115660CE7B}" dt="2026-06-06T14:59:33.717" v="468" actId="20577"/>
          <ac:spMkLst>
            <pc:docMk/>
            <pc:sldMk cId="1460668042" sldId="270"/>
            <ac:spMk id="3" creationId="{F1D8ECEB-AB4C-46E5-A746-04953898C43B}"/>
          </ac:spMkLst>
        </pc:spChg>
      </pc:sldChg>
      <pc:sldChg chg="modSp new mod">
        <pc:chgData name="Majed Mohammad" userId="19052ea912131544" providerId="LiveId" clId="{419B279A-87A1-44D1-83B4-A3115660CE7B}" dt="2026-06-06T15:14:05.509" v="881" actId="27636"/>
        <pc:sldMkLst>
          <pc:docMk/>
          <pc:sldMk cId="3405419092" sldId="271"/>
        </pc:sldMkLst>
        <pc:spChg chg="mod">
          <ac:chgData name="Majed Mohammad" userId="19052ea912131544" providerId="LiveId" clId="{419B279A-87A1-44D1-83B4-A3115660CE7B}" dt="2026-06-06T15:14:05.509" v="881" actId="27636"/>
          <ac:spMkLst>
            <pc:docMk/>
            <pc:sldMk cId="3405419092" sldId="271"/>
            <ac:spMk id="2" creationId="{F1AD19DA-7BF8-4212-A96E-AF4597286EE8}"/>
          </ac:spMkLst>
        </pc:spChg>
        <pc:spChg chg="mod">
          <ac:chgData name="Majed Mohammad" userId="19052ea912131544" providerId="LiveId" clId="{419B279A-87A1-44D1-83B4-A3115660CE7B}" dt="2026-06-06T15:00:00.320" v="474" actId="782"/>
          <ac:spMkLst>
            <pc:docMk/>
            <pc:sldMk cId="3405419092" sldId="271"/>
            <ac:spMk id="3" creationId="{2DE42F11-B142-4B2B-BB35-6C34581FD54D}"/>
          </ac:spMkLst>
        </pc:spChg>
      </pc:sldChg>
      <pc:sldChg chg="modSp new mod">
        <pc:chgData name="Majed Mohammad" userId="19052ea912131544" providerId="LiveId" clId="{419B279A-87A1-44D1-83B4-A3115660CE7B}" dt="2026-06-06T15:03:17.620" v="612" actId="20577"/>
        <pc:sldMkLst>
          <pc:docMk/>
          <pc:sldMk cId="367812542" sldId="272"/>
        </pc:sldMkLst>
        <pc:spChg chg="mod">
          <ac:chgData name="Majed Mohammad" userId="19052ea912131544" providerId="LiveId" clId="{419B279A-87A1-44D1-83B4-A3115660CE7B}" dt="2026-06-06T15:00:32.358" v="511" actId="20577"/>
          <ac:spMkLst>
            <pc:docMk/>
            <pc:sldMk cId="367812542" sldId="272"/>
            <ac:spMk id="2" creationId="{D375C001-C59C-436D-9B35-FA33423E1238}"/>
          </ac:spMkLst>
        </pc:spChg>
        <pc:spChg chg="mod">
          <ac:chgData name="Majed Mohammad" userId="19052ea912131544" providerId="LiveId" clId="{419B279A-87A1-44D1-83B4-A3115660CE7B}" dt="2026-06-06T15:03:17.620" v="612" actId="20577"/>
          <ac:spMkLst>
            <pc:docMk/>
            <pc:sldMk cId="367812542" sldId="272"/>
            <ac:spMk id="3" creationId="{6E2768EC-34A1-480D-932C-37AEB1826749}"/>
          </ac:spMkLst>
        </pc:spChg>
      </pc:sldChg>
      <pc:sldChg chg="modSp new mod">
        <pc:chgData name="Majed Mohammad" userId="19052ea912131544" providerId="LiveId" clId="{419B279A-87A1-44D1-83B4-A3115660CE7B}" dt="2026-06-06T15:03:46.429" v="618" actId="20577"/>
        <pc:sldMkLst>
          <pc:docMk/>
          <pc:sldMk cId="4131164463" sldId="273"/>
        </pc:sldMkLst>
        <pc:spChg chg="mod">
          <ac:chgData name="Majed Mohammad" userId="19052ea912131544" providerId="LiveId" clId="{419B279A-87A1-44D1-83B4-A3115660CE7B}" dt="2026-06-06T15:00:52.903" v="532" actId="20577"/>
          <ac:spMkLst>
            <pc:docMk/>
            <pc:sldMk cId="4131164463" sldId="273"/>
            <ac:spMk id="2" creationId="{46B745F4-470E-4464-83C7-FCB32A02CF69}"/>
          </ac:spMkLst>
        </pc:spChg>
        <pc:spChg chg="mod">
          <ac:chgData name="Majed Mohammad" userId="19052ea912131544" providerId="LiveId" clId="{419B279A-87A1-44D1-83B4-A3115660CE7B}" dt="2026-06-06T15:03:46.429" v="618" actId="20577"/>
          <ac:spMkLst>
            <pc:docMk/>
            <pc:sldMk cId="4131164463" sldId="273"/>
            <ac:spMk id="3" creationId="{8568D350-7ABF-4FAA-BCAE-B0E607B34CBC}"/>
          </ac:spMkLst>
        </pc:spChg>
      </pc:sldChg>
      <pc:sldChg chg="modSp new mod">
        <pc:chgData name="Majed Mohammad" userId="19052ea912131544" providerId="LiveId" clId="{419B279A-87A1-44D1-83B4-A3115660CE7B}" dt="2026-06-06T15:04:15.842" v="624" actId="20577"/>
        <pc:sldMkLst>
          <pc:docMk/>
          <pc:sldMk cId="705038729" sldId="274"/>
        </pc:sldMkLst>
        <pc:spChg chg="mod">
          <ac:chgData name="Majed Mohammad" userId="19052ea912131544" providerId="LiveId" clId="{419B279A-87A1-44D1-83B4-A3115660CE7B}" dt="2026-06-06T15:01:24.900" v="552" actId="20577"/>
          <ac:spMkLst>
            <pc:docMk/>
            <pc:sldMk cId="705038729" sldId="274"/>
            <ac:spMk id="2" creationId="{4EC3B907-5616-4C1D-B3AE-2A4B7898D3F1}"/>
          </ac:spMkLst>
        </pc:spChg>
        <pc:spChg chg="mod">
          <ac:chgData name="Majed Mohammad" userId="19052ea912131544" providerId="LiveId" clId="{419B279A-87A1-44D1-83B4-A3115660CE7B}" dt="2026-06-06T15:04:15.842" v="624" actId="20577"/>
          <ac:spMkLst>
            <pc:docMk/>
            <pc:sldMk cId="705038729" sldId="274"/>
            <ac:spMk id="3" creationId="{7211C74B-DF5E-4245-8F3A-F9F56D9D9217}"/>
          </ac:spMkLst>
        </pc:spChg>
      </pc:sldChg>
      <pc:sldChg chg="modSp new mod">
        <pc:chgData name="Majed Mohammad" userId="19052ea912131544" providerId="LiveId" clId="{419B279A-87A1-44D1-83B4-A3115660CE7B}" dt="2026-06-06T15:04:44.477" v="629" actId="20577"/>
        <pc:sldMkLst>
          <pc:docMk/>
          <pc:sldMk cId="1356510387" sldId="275"/>
        </pc:sldMkLst>
        <pc:spChg chg="mod">
          <ac:chgData name="Majed Mohammad" userId="19052ea912131544" providerId="LiveId" clId="{419B279A-87A1-44D1-83B4-A3115660CE7B}" dt="2026-06-06T15:01:46.651" v="586" actId="20577"/>
          <ac:spMkLst>
            <pc:docMk/>
            <pc:sldMk cId="1356510387" sldId="275"/>
            <ac:spMk id="2" creationId="{EC8E63E5-8D4A-4548-A643-33AB78626294}"/>
          </ac:spMkLst>
        </pc:spChg>
        <pc:spChg chg="mod">
          <ac:chgData name="Majed Mohammad" userId="19052ea912131544" providerId="LiveId" clId="{419B279A-87A1-44D1-83B4-A3115660CE7B}" dt="2026-06-06T15:04:44.477" v="629" actId="20577"/>
          <ac:spMkLst>
            <pc:docMk/>
            <pc:sldMk cId="1356510387" sldId="275"/>
            <ac:spMk id="3" creationId="{C5BDDD5D-F3AB-4030-AD9A-230B5DEF3D27}"/>
          </ac:spMkLst>
        </pc:spChg>
      </pc:sldChg>
      <pc:sldChg chg="modSp new mod">
        <pc:chgData name="Majed Mohammad" userId="19052ea912131544" providerId="LiveId" clId="{419B279A-87A1-44D1-83B4-A3115660CE7B}" dt="2026-06-06T15:05:04.955" v="635" actId="20577"/>
        <pc:sldMkLst>
          <pc:docMk/>
          <pc:sldMk cId="3195303991" sldId="276"/>
        </pc:sldMkLst>
        <pc:spChg chg="mod">
          <ac:chgData name="Majed Mohammad" userId="19052ea912131544" providerId="LiveId" clId="{419B279A-87A1-44D1-83B4-A3115660CE7B}" dt="2026-06-06T15:02:09.672" v="589" actId="1076"/>
          <ac:spMkLst>
            <pc:docMk/>
            <pc:sldMk cId="3195303991" sldId="276"/>
            <ac:spMk id="2" creationId="{B7F38868-3143-47C9-AF47-4D74C8D2F31A}"/>
          </ac:spMkLst>
        </pc:spChg>
        <pc:spChg chg="mod">
          <ac:chgData name="Majed Mohammad" userId="19052ea912131544" providerId="LiveId" clId="{419B279A-87A1-44D1-83B4-A3115660CE7B}" dt="2026-06-06T15:05:04.955" v="635" actId="20577"/>
          <ac:spMkLst>
            <pc:docMk/>
            <pc:sldMk cId="3195303991" sldId="276"/>
            <ac:spMk id="3" creationId="{FE8530DD-297A-4D94-965E-EA4C53CBE97D}"/>
          </ac:spMkLst>
        </pc:spChg>
      </pc:sldChg>
      <pc:sldChg chg="modSp new mod">
        <pc:chgData name="Majed Mohammad" userId="19052ea912131544" providerId="LiveId" clId="{419B279A-87A1-44D1-83B4-A3115660CE7B}" dt="2026-06-06T15:09:32.446" v="742" actId="20577"/>
        <pc:sldMkLst>
          <pc:docMk/>
          <pc:sldMk cId="4097985353" sldId="277"/>
        </pc:sldMkLst>
        <pc:spChg chg="mod">
          <ac:chgData name="Majed Mohammad" userId="19052ea912131544" providerId="LiveId" clId="{419B279A-87A1-44D1-83B4-A3115660CE7B}" dt="2026-06-06T15:05:30.234" v="670" actId="313"/>
          <ac:spMkLst>
            <pc:docMk/>
            <pc:sldMk cId="4097985353" sldId="277"/>
            <ac:spMk id="2" creationId="{301F20FC-8175-4BF4-BE60-D08B5476E052}"/>
          </ac:spMkLst>
        </pc:spChg>
        <pc:spChg chg="mod">
          <ac:chgData name="Majed Mohammad" userId="19052ea912131544" providerId="LiveId" clId="{419B279A-87A1-44D1-83B4-A3115660CE7B}" dt="2026-06-06T15:09:32.446" v="742" actId="20577"/>
          <ac:spMkLst>
            <pc:docMk/>
            <pc:sldMk cId="4097985353" sldId="277"/>
            <ac:spMk id="3" creationId="{FDA59D29-8DB9-4047-AC0F-6BB4521C4E73}"/>
          </ac:spMkLst>
        </pc:spChg>
      </pc:sldChg>
      <pc:sldChg chg="modSp new mod">
        <pc:chgData name="Majed Mohammad" userId="19052ea912131544" providerId="LiveId" clId="{419B279A-87A1-44D1-83B4-A3115660CE7B}" dt="2026-06-06T15:14:05.572" v="882" actId="27636"/>
        <pc:sldMkLst>
          <pc:docMk/>
          <pc:sldMk cId="3176738405" sldId="278"/>
        </pc:sldMkLst>
        <pc:spChg chg="mod">
          <ac:chgData name="Majed Mohammad" userId="19052ea912131544" providerId="LiveId" clId="{419B279A-87A1-44D1-83B4-A3115660CE7B}" dt="2026-06-06T15:14:05.572" v="882" actId="27636"/>
          <ac:spMkLst>
            <pc:docMk/>
            <pc:sldMk cId="3176738405" sldId="278"/>
            <ac:spMk id="2" creationId="{7DC0DF4C-9BF6-415A-9A44-691D481DB239}"/>
          </ac:spMkLst>
        </pc:spChg>
        <pc:spChg chg="mod">
          <ac:chgData name="Majed Mohammad" userId="19052ea912131544" providerId="LiveId" clId="{419B279A-87A1-44D1-83B4-A3115660CE7B}" dt="2026-06-06T15:09:51.857" v="748" actId="20577"/>
          <ac:spMkLst>
            <pc:docMk/>
            <pc:sldMk cId="3176738405" sldId="278"/>
            <ac:spMk id="3" creationId="{06DD6E2F-D470-4F51-ACB3-CD0E6E47C3D3}"/>
          </ac:spMkLst>
        </pc:spChg>
      </pc:sldChg>
      <pc:sldChg chg="modSp new mod">
        <pc:chgData name="Majed Mohammad" userId="19052ea912131544" providerId="LiveId" clId="{419B279A-87A1-44D1-83B4-A3115660CE7B}" dt="2026-06-06T15:10:18.840" v="754" actId="255"/>
        <pc:sldMkLst>
          <pc:docMk/>
          <pc:sldMk cId="166546813" sldId="279"/>
        </pc:sldMkLst>
        <pc:spChg chg="mod">
          <ac:chgData name="Majed Mohammad" userId="19052ea912131544" providerId="LiveId" clId="{419B279A-87A1-44D1-83B4-A3115660CE7B}" dt="2026-06-06T15:05:46.822" v="694" actId="20577"/>
          <ac:spMkLst>
            <pc:docMk/>
            <pc:sldMk cId="166546813" sldId="279"/>
            <ac:spMk id="2" creationId="{9A6A8826-1B81-4A4D-9DCC-AE330EC80226}"/>
          </ac:spMkLst>
        </pc:spChg>
        <pc:spChg chg="mod">
          <ac:chgData name="Majed Mohammad" userId="19052ea912131544" providerId="LiveId" clId="{419B279A-87A1-44D1-83B4-A3115660CE7B}" dt="2026-06-06T15:10:18.840" v="754" actId="255"/>
          <ac:spMkLst>
            <pc:docMk/>
            <pc:sldMk cId="166546813" sldId="279"/>
            <ac:spMk id="3" creationId="{489AE388-E0A9-4EF8-B2C8-80C06789DB51}"/>
          </ac:spMkLst>
        </pc:spChg>
      </pc:sldChg>
      <pc:sldChg chg="modSp new mod">
        <pc:chgData name="Majed Mohammad" userId="19052ea912131544" providerId="LiveId" clId="{419B279A-87A1-44D1-83B4-A3115660CE7B}" dt="2026-06-06T15:10:46.916" v="760" actId="20577"/>
        <pc:sldMkLst>
          <pc:docMk/>
          <pc:sldMk cId="1362630159" sldId="280"/>
        </pc:sldMkLst>
        <pc:spChg chg="mod">
          <ac:chgData name="Majed Mohammad" userId="19052ea912131544" providerId="LiveId" clId="{419B279A-87A1-44D1-83B4-A3115660CE7B}" dt="2026-06-06T15:06:01.470" v="714" actId="20577"/>
          <ac:spMkLst>
            <pc:docMk/>
            <pc:sldMk cId="1362630159" sldId="280"/>
            <ac:spMk id="2" creationId="{BFFF0C71-48EF-4A35-B2A0-4A1C3AF66AC4}"/>
          </ac:spMkLst>
        </pc:spChg>
        <pc:spChg chg="mod">
          <ac:chgData name="Majed Mohammad" userId="19052ea912131544" providerId="LiveId" clId="{419B279A-87A1-44D1-83B4-A3115660CE7B}" dt="2026-06-06T15:10:46.916" v="760" actId="20577"/>
          <ac:spMkLst>
            <pc:docMk/>
            <pc:sldMk cId="1362630159" sldId="280"/>
            <ac:spMk id="3" creationId="{088B9F54-5B98-486B-A0D1-BD6B478F119C}"/>
          </ac:spMkLst>
        </pc:spChg>
      </pc:sldChg>
      <pc:sldChg chg="modSp new mod">
        <pc:chgData name="Majed Mohammad" userId="19052ea912131544" providerId="LiveId" clId="{419B279A-87A1-44D1-83B4-A3115660CE7B}" dt="2026-06-06T15:12:11.165" v="854" actId="20577"/>
        <pc:sldMkLst>
          <pc:docMk/>
          <pc:sldMk cId="1290167423" sldId="281"/>
        </pc:sldMkLst>
        <pc:spChg chg="mod">
          <ac:chgData name="Majed Mohammad" userId="19052ea912131544" providerId="LiveId" clId="{419B279A-87A1-44D1-83B4-A3115660CE7B}" dt="2026-06-06T15:11:08.375" v="776" actId="20577"/>
          <ac:spMkLst>
            <pc:docMk/>
            <pc:sldMk cId="1290167423" sldId="281"/>
            <ac:spMk id="2" creationId="{FC1E9CA5-DE1A-4149-B0B7-BD7079D253F4}"/>
          </ac:spMkLst>
        </pc:spChg>
        <pc:spChg chg="mod">
          <ac:chgData name="Majed Mohammad" userId="19052ea912131544" providerId="LiveId" clId="{419B279A-87A1-44D1-83B4-A3115660CE7B}" dt="2026-06-06T15:12:11.165" v="854" actId="20577"/>
          <ac:spMkLst>
            <pc:docMk/>
            <pc:sldMk cId="1290167423" sldId="281"/>
            <ac:spMk id="3" creationId="{C2F47F81-DE54-4AA6-B33F-684B90E39509}"/>
          </ac:spMkLst>
        </pc:spChg>
      </pc:sldChg>
      <pc:sldChg chg="modSp new mod">
        <pc:chgData name="Majed Mohammad" userId="19052ea912131544" providerId="LiveId" clId="{419B279A-87A1-44D1-83B4-A3115660CE7B}" dt="2026-06-06T15:12:29.568" v="860" actId="20577"/>
        <pc:sldMkLst>
          <pc:docMk/>
          <pc:sldMk cId="1803240268" sldId="282"/>
        </pc:sldMkLst>
        <pc:spChg chg="mod">
          <ac:chgData name="Majed Mohammad" userId="19052ea912131544" providerId="LiveId" clId="{419B279A-87A1-44D1-83B4-A3115660CE7B}" dt="2026-06-06T15:11:17.625" v="791" actId="20577"/>
          <ac:spMkLst>
            <pc:docMk/>
            <pc:sldMk cId="1803240268" sldId="282"/>
            <ac:spMk id="2" creationId="{A29BA6B8-42E5-4A7A-AAD7-32629848407F}"/>
          </ac:spMkLst>
        </pc:spChg>
        <pc:spChg chg="mod">
          <ac:chgData name="Majed Mohammad" userId="19052ea912131544" providerId="LiveId" clId="{419B279A-87A1-44D1-83B4-A3115660CE7B}" dt="2026-06-06T15:12:29.568" v="860" actId="20577"/>
          <ac:spMkLst>
            <pc:docMk/>
            <pc:sldMk cId="1803240268" sldId="282"/>
            <ac:spMk id="3" creationId="{F1833D52-7D57-4E28-8D05-2730B19AB9AE}"/>
          </ac:spMkLst>
        </pc:spChg>
      </pc:sldChg>
      <pc:sldChg chg="modSp new mod">
        <pc:chgData name="Majed Mohammad" userId="19052ea912131544" providerId="LiveId" clId="{419B279A-87A1-44D1-83B4-A3115660CE7B}" dt="2026-06-06T15:12:49.609" v="867" actId="20577"/>
        <pc:sldMkLst>
          <pc:docMk/>
          <pc:sldMk cId="2828742839" sldId="283"/>
        </pc:sldMkLst>
        <pc:spChg chg="mod">
          <ac:chgData name="Majed Mohammad" userId="19052ea912131544" providerId="LiveId" clId="{419B279A-87A1-44D1-83B4-A3115660CE7B}" dt="2026-06-06T15:11:28.251" v="816" actId="20577"/>
          <ac:spMkLst>
            <pc:docMk/>
            <pc:sldMk cId="2828742839" sldId="283"/>
            <ac:spMk id="2" creationId="{3B94C40B-FAD4-44EC-A1B6-30AD1FC7636A}"/>
          </ac:spMkLst>
        </pc:spChg>
        <pc:spChg chg="mod">
          <ac:chgData name="Majed Mohammad" userId="19052ea912131544" providerId="LiveId" clId="{419B279A-87A1-44D1-83B4-A3115660CE7B}" dt="2026-06-06T15:12:49.609" v="867" actId="20577"/>
          <ac:spMkLst>
            <pc:docMk/>
            <pc:sldMk cId="2828742839" sldId="283"/>
            <ac:spMk id="3" creationId="{4FC1768A-8B75-47CF-A7BA-FA8915F8B274}"/>
          </ac:spMkLst>
        </pc:spChg>
      </pc:sldChg>
      <pc:sldChg chg="modSp new mod">
        <pc:chgData name="Majed Mohammad" userId="19052ea912131544" providerId="LiveId" clId="{419B279A-87A1-44D1-83B4-A3115660CE7B}" dt="2026-06-06T15:13:09.779" v="873" actId="20577"/>
        <pc:sldMkLst>
          <pc:docMk/>
          <pc:sldMk cId="45203061" sldId="284"/>
        </pc:sldMkLst>
        <pc:spChg chg="mod">
          <ac:chgData name="Majed Mohammad" userId="19052ea912131544" providerId="LiveId" clId="{419B279A-87A1-44D1-83B4-A3115660CE7B}" dt="2026-06-06T15:11:38.049" v="836" actId="20577"/>
          <ac:spMkLst>
            <pc:docMk/>
            <pc:sldMk cId="45203061" sldId="284"/>
            <ac:spMk id="2" creationId="{50736CD6-DFBC-4141-82D5-E59FDF070D4C}"/>
          </ac:spMkLst>
        </pc:spChg>
        <pc:spChg chg="mod">
          <ac:chgData name="Majed Mohammad" userId="19052ea912131544" providerId="LiveId" clId="{419B279A-87A1-44D1-83B4-A3115660CE7B}" dt="2026-06-06T15:13:09.779" v="873" actId="20577"/>
          <ac:spMkLst>
            <pc:docMk/>
            <pc:sldMk cId="45203061" sldId="284"/>
            <ac:spMk id="3" creationId="{38C130AF-9FB5-488E-9C8D-2E359C981200}"/>
          </ac:spMkLst>
        </pc:spChg>
      </pc:sldChg>
      <pc:sldChg chg="modSp new mod">
        <pc:chgData name="Majed Mohammad" userId="19052ea912131544" providerId="LiveId" clId="{419B279A-87A1-44D1-83B4-A3115660CE7B}" dt="2026-06-06T15:13:33.968" v="879" actId="255"/>
        <pc:sldMkLst>
          <pc:docMk/>
          <pc:sldMk cId="863135630" sldId="285"/>
        </pc:sldMkLst>
        <pc:spChg chg="mod">
          <ac:chgData name="Majed Mohammad" userId="19052ea912131544" providerId="LiveId" clId="{419B279A-87A1-44D1-83B4-A3115660CE7B}" dt="2026-06-06T15:11:42.271" v="843" actId="20577"/>
          <ac:spMkLst>
            <pc:docMk/>
            <pc:sldMk cId="863135630" sldId="285"/>
            <ac:spMk id="2" creationId="{5B1096AB-BDEF-422F-B802-B6BF9311A30D}"/>
          </ac:spMkLst>
        </pc:spChg>
        <pc:spChg chg="mod">
          <ac:chgData name="Majed Mohammad" userId="19052ea912131544" providerId="LiveId" clId="{419B279A-87A1-44D1-83B4-A3115660CE7B}" dt="2026-06-06T15:13:33.968" v="879" actId="255"/>
          <ac:spMkLst>
            <pc:docMk/>
            <pc:sldMk cId="863135630" sldId="285"/>
            <ac:spMk id="3" creationId="{5C07930D-816E-473E-B868-140654FD8D5E}"/>
          </ac:spMkLst>
        </pc:spChg>
      </pc:sldChg>
      <pc:sldMasterChg chg="addSldLayout">
        <pc:chgData name="Majed Mohammad" userId="19052ea912131544" providerId="LiveId" clId="{419B279A-87A1-44D1-83B4-A3115660CE7B}" dt="2026-06-06T14:46:27.507" v="0" actId="680"/>
        <pc:sldMasterMkLst>
          <pc:docMk/>
          <pc:sldMasterMk cId="3277445094" sldId="2147483648"/>
        </pc:sldMasterMkLst>
        <pc:sldLayoutChg chg="add">
          <pc:chgData name="Majed Mohammad" userId="19052ea912131544" providerId="LiveId" clId="{419B279A-87A1-44D1-83B4-A3115660CE7B}" dt="2026-06-06T14:46:27.507" v="0" actId="680"/>
          <pc:sldLayoutMkLst>
            <pc:docMk/>
            <pc:sldMasterMk cId="3277445094" sldId="2147483648"/>
            <pc:sldLayoutMk cId="3012518393" sldId="2147483649"/>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161087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40000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48173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03727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48186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23193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0069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73842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18530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22654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8874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44135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69049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98465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53426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805628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8314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6/6/2026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92483591"/>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02385-EC05-4B0F-886A-86FB87E4E44A}"/>
              </a:ext>
            </a:extLst>
          </p:cNvPr>
          <p:cNvSpPr>
            <a:spLocks noGrp="1"/>
          </p:cNvSpPr>
          <p:nvPr>
            <p:ph type="ctrTitle"/>
          </p:nvPr>
        </p:nvSpPr>
        <p:spPr>
          <a:xfrm>
            <a:off x="1524000" y="406400"/>
            <a:ext cx="9144000" cy="865188"/>
          </a:xfrm>
        </p:spPr>
        <p:txBody>
          <a:bodyPr/>
          <a:lstStyle/>
          <a:p>
            <a:r>
              <a:rPr lang="ar-JO" dirty="0"/>
              <a:t>مقدمة المشروع</a:t>
            </a:r>
            <a:endParaRPr lang="en-US" dirty="0"/>
          </a:p>
        </p:txBody>
      </p:sp>
      <p:sp>
        <p:nvSpPr>
          <p:cNvPr id="3" name="Subtitle 2">
            <a:extLst>
              <a:ext uri="{FF2B5EF4-FFF2-40B4-BE49-F238E27FC236}">
                <a16:creationId xmlns:a16="http://schemas.microsoft.com/office/drawing/2014/main" id="{E0D1C927-0A99-4D50-BBEE-A4E2F63A25B7}"/>
              </a:ext>
            </a:extLst>
          </p:cNvPr>
          <p:cNvSpPr>
            <a:spLocks noGrp="1"/>
          </p:cNvSpPr>
          <p:nvPr>
            <p:ph type="subTitle" idx="1"/>
          </p:nvPr>
        </p:nvSpPr>
        <p:spPr>
          <a:xfrm>
            <a:off x="1524000" y="1885951"/>
            <a:ext cx="9144000" cy="3843337"/>
          </a:xfrm>
        </p:spPr>
        <p:txBody>
          <a:bodyPr/>
          <a:lstStyle/>
          <a:p>
            <a:pPr rtl="1"/>
            <a:r>
              <a:rPr lang="ar-JO" sz="3200" dirty="0"/>
              <a:t>هذا العرض يشرح مشروع موقع موسيقاتي الذي تم تطويره كموقع ويب لعرض الآلات الموسيقية والهدايا والعروض الخاصة يوضح العرض مراحل العمل من التصميم الأولي إلى التطوير والاختبار والتحسينات النهائية التي تم تطبيقها على الموقع</a:t>
            </a:r>
            <a:endParaRPr lang="en-US" sz="3200" dirty="0"/>
          </a:p>
        </p:txBody>
      </p:sp>
    </p:spTree>
    <p:extLst>
      <p:ext uri="{BB962C8B-B14F-4D97-AF65-F5344CB8AC3E}">
        <p14:creationId xmlns:p14="http://schemas.microsoft.com/office/powerpoint/2010/main" val="754158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78E1-22C7-404D-83C5-AE70522E7C98}"/>
              </a:ext>
            </a:extLst>
          </p:cNvPr>
          <p:cNvSpPr>
            <a:spLocks noGrp="1"/>
          </p:cNvSpPr>
          <p:nvPr>
            <p:ph type="ctrTitle"/>
          </p:nvPr>
        </p:nvSpPr>
        <p:spPr>
          <a:xfrm>
            <a:off x="1524000" y="657225"/>
            <a:ext cx="9144000" cy="1081088"/>
          </a:xfrm>
        </p:spPr>
        <p:txBody>
          <a:bodyPr/>
          <a:lstStyle/>
          <a:p>
            <a:r>
              <a:rPr lang="ar-JO" dirty="0"/>
              <a:t>فكرة موقع موسيقاتي</a:t>
            </a:r>
            <a:endParaRPr lang="en-US" dirty="0"/>
          </a:p>
        </p:txBody>
      </p:sp>
      <p:sp>
        <p:nvSpPr>
          <p:cNvPr id="3" name="Subtitle 2">
            <a:extLst>
              <a:ext uri="{FF2B5EF4-FFF2-40B4-BE49-F238E27FC236}">
                <a16:creationId xmlns:a16="http://schemas.microsoft.com/office/drawing/2014/main" id="{A236EEB2-2FF6-4DD1-ACB9-94B0A18E87AE}"/>
              </a:ext>
            </a:extLst>
          </p:cNvPr>
          <p:cNvSpPr>
            <a:spLocks noGrp="1"/>
          </p:cNvSpPr>
          <p:nvPr>
            <p:ph type="subTitle" idx="1"/>
          </p:nvPr>
        </p:nvSpPr>
        <p:spPr>
          <a:xfrm>
            <a:off x="1524000" y="1928813"/>
            <a:ext cx="9144000" cy="3328987"/>
          </a:xfrm>
        </p:spPr>
        <p:txBody>
          <a:bodyPr/>
          <a:lstStyle/>
          <a:p>
            <a:r>
              <a:rPr lang="ar-JO" sz="3200" dirty="0"/>
              <a:t>موقع موسيقاتي هو متجر إلكتروني بسيط متخصص في عرض الآلات الموسيقية مثل البيانو والجيتار والطبول والعود ويهدف الموقع إلى مساعدة المستخدم على تصفح المنتجات بسهولة ومعرفة الأسعار والعروض والهدايا المتوفرة والتواصل مع المتجر عند الحاجة</a:t>
            </a:r>
            <a:endParaRPr lang="en-US" sz="3200" dirty="0"/>
          </a:p>
        </p:txBody>
      </p:sp>
    </p:spTree>
    <p:extLst>
      <p:ext uri="{BB962C8B-B14F-4D97-AF65-F5344CB8AC3E}">
        <p14:creationId xmlns:p14="http://schemas.microsoft.com/office/powerpoint/2010/main" val="1588040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A958-AAE6-4152-8011-73EEAE0861E8}"/>
              </a:ext>
            </a:extLst>
          </p:cNvPr>
          <p:cNvSpPr>
            <a:spLocks noGrp="1"/>
          </p:cNvSpPr>
          <p:nvPr>
            <p:ph type="ctrTitle"/>
          </p:nvPr>
        </p:nvSpPr>
        <p:spPr>
          <a:xfrm>
            <a:off x="1524000" y="887413"/>
            <a:ext cx="9144000" cy="966788"/>
          </a:xfrm>
        </p:spPr>
        <p:txBody>
          <a:bodyPr/>
          <a:lstStyle/>
          <a:p>
            <a:r>
              <a:rPr lang="ar-JO" dirty="0"/>
              <a:t>الهدف من الموقع</a:t>
            </a:r>
            <a:endParaRPr lang="en-US" dirty="0"/>
          </a:p>
        </p:txBody>
      </p:sp>
      <p:sp>
        <p:nvSpPr>
          <p:cNvPr id="3" name="Subtitle 2">
            <a:extLst>
              <a:ext uri="{FF2B5EF4-FFF2-40B4-BE49-F238E27FC236}">
                <a16:creationId xmlns:a16="http://schemas.microsoft.com/office/drawing/2014/main" id="{3B7BCBA4-F682-4B25-985E-0B1983CF3C31}"/>
              </a:ext>
            </a:extLst>
          </p:cNvPr>
          <p:cNvSpPr>
            <a:spLocks noGrp="1"/>
          </p:cNvSpPr>
          <p:nvPr>
            <p:ph type="subTitle" idx="1"/>
          </p:nvPr>
        </p:nvSpPr>
        <p:spPr>
          <a:xfrm>
            <a:off x="1524000" y="2143125"/>
            <a:ext cx="9144000" cy="3357563"/>
          </a:xfrm>
        </p:spPr>
        <p:txBody>
          <a:bodyPr/>
          <a:lstStyle/>
          <a:p>
            <a:pPr rtl="1"/>
            <a:r>
              <a:rPr lang="ar-JO" sz="3200" dirty="0"/>
              <a:t>الهدف الأساسي من الموقع هو إنشاء تجربة استخدام واضحة وسهلة للمستخدمين الذين يرغبون في شراء أو الاستفسار عن الآلات الموسيقية كما يهدف الموقع إلى عرض المنتجات بطريقة منظمة وربط المستخدم بصفحة التواصل لإرسال الطلبات أو الأسئلة</a:t>
            </a:r>
            <a:endParaRPr lang="en-US" sz="3200" dirty="0"/>
          </a:p>
        </p:txBody>
      </p:sp>
    </p:spTree>
    <p:extLst>
      <p:ext uri="{BB962C8B-B14F-4D97-AF65-F5344CB8AC3E}">
        <p14:creationId xmlns:p14="http://schemas.microsoft.com/office/powerpoint/2010/main" val="2506428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88BD6-30FE-458D-A4E6-E0834527264E}"/>
              </a:ext>
            </a:extLst>
          </p:cNvPr>
          <p:cNvSpPr>
            <a:spLocks noGrp="1"/>
          </p:cNvSpPr>
          <p:nvPr>
            <p:ph type="ctrTitle"/>
          </p:nvPr>
        </p:nvSpPr>
        <p:spPr>
          <a:xfrm>
            <a:off x="1524000" y="715963"/>
            <a:ext cx="9144000" cy="1138238"/>
          </a:xfrm>
        </p:spPr>
        <p:txBody>
          <a:bodyPr/>
          <a:lstStyle/>
          <a:p>
            <a:r>
              <a:rPr lang="ar-JO" dirty="0"/>
              <a:t>الجمهور المستهدف</a:t>
            </a:r>
            <a:endParaRPr lang="en-US" dirty="0"/>
          </a:p>
        </p:txBody>
      </p:sp>
      <p:sp>
        <p:nvSpPr>
          <p:cNvPr id="3" name="Subtitle 2">
            <a:extLst>
              <a:ext uri="{FF2B5EF4-FFF2-40B4-BE49-F238E27FC236}">
                <a16:creationId xmlns:a16="http://schemas.microsoft.com/office/drawing/2014/main" id="{47502039-C56D-4BD1-A301-917C076843A3}"/>
              </a:ext>
            </a:extLst>
          </p:cNvPr>
          <p:cNvSpPr>
            <a:spLocks noGrp="1"/>
          </p:cNvSpPr>
          <p:nvPr>
            <p:ph type="subTitle" idx="1"/>
          </p:nvPr>
        </p:nvSpPr>
        <p:spPr>
          <a:xfrm>
            <a:off x="1524000" y="2043113"/>
            <a:ext cx="9144000" cy="3214687"/>
          </a:xfrm>
        </p:spPr>
        <p:txBody>
          <a:bodyPr/>
          <a:lstStyle/>
          <a:p>
            <a:pPr rtl="1"/>
            <a:r>
              <a:rPr lang="ar-JO" sz="3200" dirty="0"/>
              <a:t>يستهدف الموقع الطلاب والمبتدئين في تعلم الموسيقى وعشاق العزف والأشخاص الذين يرغبون في شراء هدايا موسيقية لذلك تم تصميم الموقع بطريقة بسيطة وواضحة حتى يناسب المستخدمين من أعمار وخبرات تقنية مختلفة</a:t>
            </a:r>
            <a:endParaRPr lang="en-US" sz="3200" dirty="0"/>
          </a:p>
        </p:txBody>
      </p:sp>
    </p:spTree>
    <p:extLst>
      <p:ext uri="{BB962C8B-B14F-4D97-AF65-F5344CB8AC3E}">
        <p14:creationId xmlns:p14="http://schemas.microsoft.com/office/powerpoint/2010/main" val="427330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A1008-1D66-4AEA-8970-82DA7466517C}"/>
              </a:ext>
            </a:extLst>
          </p:cNvPr>
          <p:cNvSpPr>
            <a:spLocks noGrp="1"/>
          </p:cNvSpPr>
          <p:nvPr>
            <p:ph type="ctrTitle"/>
          </p:nvPr>
        </p:nvSpPr>
        <p:spPr>
          <a:xfrm>
            <a:off x="1524000" y="528636"/>
            <a:ext cx="9144000" cy="1223963"/>
          </a:xfrm>
        </p:spPr>
        <p:txBody>
          <a:bodyPr/>
          <a:lstStyle/>
          <a:p>
            <a:r>
              <a:rPr lang="ar-JO" dirty="0"/>
              <a:t>المتطلبات الأساسية للموقع</a:t>
            </a:r>
            <a:endParaRPr lang="en-US" dirty="0"/>
          </a:p>
        </p:txBody>
      </p:sp>
      <p:sp>
        <p:nvSpPr>
          <p:cNvPr id="3" name="Subtitle 2">
            <a:extLst>
              <a:ext uri="{FF2B5EF4-FFF2-40B4-BE49-F238E27FC236}">
                <a16:creationId xmlns:a16="http://schemas.microsoft.com/office/drawing/2014/main" id="{462FB673-D477-4821-B927-A14FC109DA92}"/>
              </a:ext>
            </a:extLst>
          </p:cNvPr>
          <p:cNvSpPr>
            <a:spLocks noGrp="1"/>
          </p:cNvSpPr>
          <p:nvPr>
            <p:ph type="subTitle" idx="1"/>
          </p:nvPr>
        </p:nvSpPr>
        <p:spPr>
          <a:xfrm>
            <a:off x="1524000" y="1943100"/>
            <a:ext cx="9144000" cy="3314700"/>
          </a:xfrm>
        </p:spPr>
        <p:txBody>
          <a:bodyPr/>
          <a:lstStyle/>
          <a:p>
            <a:r>
              <a:rPr lang="ar-JO" sz="3200" dirty="0"/>
              <a:t>تم تحديد صفحات أساسية للموقع وهي الصفحة الرئيسية والمتجر والهدايا والعروض الخاصة ومن نحن وتواصل معنا وصفحة الفيديو الترويجي كما تم تحديد متطلبات مثل سهولة التنقل ووضوح النصوص والصور ووجود نموذج تواصل والتحقق من البيانات</a:t>
            </a:r>
            <a:endParaRPr lang="en-US" sz="3200" dirty="0"/>
          </a:p>
        </p:txBody>
      </p:sp>
    </p:spTree>
    <p:extLst>
      <p:ext uri="{BB962C8B-B14F-4D97-AF65-F5344CB8AC3E}">
        <p14:creationId xmlns:p14="http://schemas.microsoft.com/office/powerpoint/2010/main" val="921232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2819-D6FE-4E13-9197-7F4AC6365D70}"/>
              </a:ext>
            </a:extLst>
          </p:cNvPr>
          <p:cNvSpPr>
            <a:spLocks noGrp="1"/>
          </p:cNvSpPr>
          <p:nvPr>
            <p:ph type="ctrTitle"/>
          </p:nvPr>
        </p:nvSpPr>
        <p:spPr>
          <a:xfrm>
            <a:off x="1524000" y="704850"/>
            <a:ext cx="9144000" cy="895350"/>
          </a:xfrm>
        </p:spPr>
        <p:txBody>
          <a:bodyPr/>
          <a:lstStyle/>
          <a:p>
            <a:pPr rtl="1"/>
            <a:r>
              <a:rPr lang="ar-JO" dirty="0"/>
              <a:t>التصميم الأولي في </a:t>
            </a:r>
            <a:r>
              <a:rPr lang="en-US" dirty="0"/>
              <a:t>FIGMA</a:t>
            </a:r>
          </a:p>
        </p:txBody>
      </p:sp>
      <p:sp>
        <p:nvSpPr>
          <p:cNvPr id="3" name="Subtitle 2">
            <a:extLst>
              <a:ext uri="{FF2B5EF4-FFF2-40B4-BE49-F238E27FC236}">
                <a16:creationId xmlns:a16="http://schemas.microsoft.com/office/drawing/2014/main" id="{B871C108-F563-41CB-875A-9C21DAE92232}"/>
              </a:ext>
            </a:extLst>
          </p:cNvPr>
          <p:cNvSpPr>
            <a:spLocks noGrp="1"/>
          </p:cNvSpPr>
          <p:nvPr>
            <p:ph type="subTitle" idx="1"/>
          </p:nvPr>
        </p:nvSpPr>
        <p:spPr>
          <a:xfrm>
            <a:off x="1524000" y="1885950"/>
            <a:ext cx="9144000" cy="3371850"/>
          </a:xfrm>
        </p:spPr>
        <p:txBody>
          <a:bodyPr/>
          <a:lstStyle/>
          <a:p>
            <a:pPr rtl="1"/>
            <a:r>
              <a:rPr lang="ar-JO" sz="3200" dirty="0"/>
              <a:t>تم إنشاء تصميم أولي للموقع باستخدام </a:t>
            </a:r>
            <a:r>
              <a:rPr lang="en-US" sz="3200" dirty="0"/>
              <a:t>Figma </a:t>
            </a:r>
            <a:r>
              <a:rPr lang="ar-JO" sz="3200" dirty="0"/>
              <a:t>قبل البدء بالبرمجة ساعد التصميم على تحديد شكل الصفحات والألوان وترتيب العناصر مثل شريط التنقل والبطاقات والصور والأزرار قبل تحويلها إلى موقع حقيقي باستخدام الكود</a:t>
            </a:r>
            <a:endParaRPr lang="en-US" sz="3200" dirty="0"/>
          </a:p>
        </p:txBody>
      </p:sp>
    </p:spTree>
    <p:extLst>
      <p:ext uri="{BB962C8B-B14F-4D97-AF65-F5344CB8AC3E}">
        <p14:creationId xmlns:p14="http://schemas.microsoft.com/office/powerpoint/2010/main" val="3396526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EF89-DA74-46BA-ACB0-CDBE0DA44934}"/>
              </a:ext>
            </a:extLst>
          </p:cNvPr>
          <p:cNvSpPr>
            <a:spLocks noGrp="1"/>
          </p:cNvSpPr>
          <p:nvPr>
            <p:ph type="ctrTitle"/>
          </p:nvPr>
        </p:nvSpPr>
        <p:spPr>
          <a:xfrm>
            <a:off x="1524000" y="561975"/>
            <a:ext cx="9144000" cy="1038225"/>
          </a:xfrm>
        </p:spPr>
        <p:txBody>
          <a:bodyPr/>
          <a:lstStyle/>
          <a:p>
            <a:r>
              <a:rPr lang="ar-JO" dirty="0"/>
              <a:t>الهوية البصرية للموقع</a:t>
            </a:r>
            <a:endParaRPr lang="en-US" dirty="0"/>
          </a:p>
        </p:txBody>
      </p:sp>
      <p:sp>
        <p:nvSpPr>
          <p:cNvPr id="3" name="Subtitle 2">
            <a:extLst>
              <a:ext uri="{FF2B5EF4-FFF2-40B4-BE49-F238E27FC236}">
                <a16:creationId xmlns:a16="http://schemas.microsoft.com/office/drawing/2014/main" id="{1504FA8B-22D4-4FBF-97C4-242700E1FC27}"/>
              </a:ext>
            </a:extLst>
          </p:cNvPr>
          <p:cNvSpPr>
            <a:spLocks noGrp="1"/>
          </p:cNvSpPr>
          <p:nvPr>
            <p:ph type="subTitle" idx="1"/>
          </p:nvPr>
        </p:nvSpPr>
        <p:spPr>
          <a:xfrm>
            <a:off x="1524000" y="1871663"/>
            <a:ext cx="9144000" cy="3386137"/>
          </a:xfrm>
        </p:spPr>
        <p:txBody>
          <a:bodyPr/>
          <a:lstStyle/>
          <a:p>
            <a:r>
              <a:rPr lang="ar-JO" sz="3200" dirty="0"/>
              <a:t>اعتمد التصميم على اللون الأزرق الغامق مع النص الأبيض حتى يعطي الموقع مظهرا موسيقيا احترافيا وواضحا وتم استخدام بطاقات منظمة لعرض المنتجات وصور واضحة لكل منتج حتى يستطيع المستخدم فهم محتوى الصفحة بسرعة</a:t>
            </a:r>
            <a:endParaRPr lang="en-US" sz="3200" dirty="0"/>
          </a:p>
        </p:txBody>
      </p:sp>
    </p:spTree>
    <p:extLst>
      <p:ext uri="{BB962C8B-B14F-4D97-AF65-F5344CB8AC3E}">
        <p14:creationId xmlns:p14="http://schemas.microsoft.com/office/powerpoint/2010/main" val="2776459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0268-AD47-416A-9CC1-B607594DADA2}"/>
              </a:ext>
            </a:extLst>
          </p:cNvPr>
          <p:cNvSpPr>
            <a:spLocks noGrp="1"/>
          </p:cNvSpPr>
          <p:nvPr>
            <p:ph type="ctrTitle"/>
          </p:nvPr>
        </p:nvSpPr>
        <p:spPr>
          <a:xfrm>
            <a:off x="1524000" y="958851"/>
            <a:ext cx="9144000" cy="895350"/>
          </a:xfrm>
        </p:spPr>
        <p:txBody>
          <a:bodyPr/>
          <a:lstStyle/>
          <a:p>
            <a:r>
              <a:rPr lang="ar-JO" dirty="0"/>
              <a:t>خريطة الموقع</a:t>
            </a:r>
            <a:endParaRPr lang="en-US" dirty="0"/>
          </a:p>
        </p:txBody>
      </p:sp>
      <p:sp>
        <p:nvSpPr>
          <p:cNvPr id="3" name="Subtitle 2">
            <a:extLst>
              <a:ext uri="{FF2B5EF4-FFF2-40B4-BE49-F238E27FC236}">
                <a16:creationId xmlns:a16="http://schemas.microsoft.com/office/drawing/2014/main" id="{6B5AC135-3481-46B0-AF0E-0A1234F241BC}"/>
              </a:ext>
            </a:extLst>
          </p:cNvPr>
          <p:cNvSpPr>
            <a:spLocks noGrp="1"/>
          </p:cNvSpPr>
          <p:nvPr>
            <p:ph type="subTitle" idx="1"/>
          </p:nvPr>
        </p:nvSpPr>
        <p:spPr>
          <a:xfrm>
            <a:off x="1524000" y="2085975"/>
            <a:ext cx="9144000" cy="3171825"/>
          </a:xfrm>
        </p:spPr>
        <p:txBody>
          <a:bodyPr/>
          <a:lstStyle/>
          <a:p>
            <a:pPr rtl="1"/>
            <a:r>
              <a:rPr lang="ar-JO" sz="3200" dirty="0"/>
              <a:t>تم إعداد خريطة موقع توضح ارتباط الصفحات ببعضها. تبدأ الخريطة من الصفحة الرئيسية ثم ينتقل المستخدم إلى المتجر أو الهدايا أو العروض أو من نحن أو تواصل معنا ومن صفحة المتجر يمكن الوصول إلى فئات المنتجات مثل البيانو والجيتار والطبول والعود</a:t>
            </a:r>
            <a:endParaRPr lang="en-US" sz="3200" dirty="0"/>
          </a:p>
        </p:txBody>
      </p:sp>
    </p:spTree>
    <p:extLst>
      <p:ext uri="{BB962C8B-B14F-4D97-AF65-F5344CB8AC3E}">
        <p14:creationId xmlns:p14="http://schemas.microsoft.com/office/powerpoint/2010/main" val="4222389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9CFF-B9FC-49FC-B43D-76900E2EB6B9}"/>
              </a:ext>
            </a:extLst>
          </p:cNvPr>
          <p:cNvSpPr>
            <a:spLocks noGrp="1"/>
          </p:cNvSpPr>
          <p:nvPr>
            <p:ph type="ctrTitle"/>
          </p:nvPr>
        </p:nvSpPr>
        <p:spPr>
          <a:xfrm>
            <a:off x="1524000" y="828675"/>
            <a:ext cx="9144000" cy="909637"/>
          </a:xfrm>
        </p:spPr>
        <p:txBody>
          <a:bodyPr/>
          <a:lstStyle/>
          <a:p>
            <a:r>
              <a:rPr lang="ar-JO" dirty="0"/>
              <a:t>الأدوات المستخدمة في التطوير</a:t>
            </a:r>
            <a:endParaRPr lang="en-US" dirty="0"/>
          </a:p>
        </p:txBody>
      </p:sp>
      <p:sp>
        <p:nvSpPr>
          <p:cNvPr id="3" name="Subtitle 2">
            <a:extLst>
              <a:ext uri="{FF2B5EF4-FFF2-40B4-BE49-F238E27FC236}">
                <a16:creationId xmlns:a16="http://schemas.microsoft.com/office/drawing/2014/main" id="{95737CFD-0AA6-4FCF-9C19-23BC13C9F666}"/>
              </a:ext>
            </a:extLst>
          </p:cNvPr>
          <p:cNvSpPr>
            <a:spLocks noGrp="1"/>
          </p:cNvSpPr>
          <p:nvPr>
            <p:ph type="subTitle" idx="1"/>
          </p:nvPr>
        </p:nvSpPr>
        <p:spPr>
          <a:xfrm>
            <a:off x="1524000" y="2085975"/>
            <a:ext cx="9144000" cy="3171825"/>
          </a:xfrm>
        </p:spPr>
        <p:txBody>
          <a:bodyPr/>
          <a:lstStyle/>
          <a:p>
            <a:pPr rtl="1"/>
            <a:r>
              <a:rPr lang="ar-JO" sz="3200" dirty="0"/>
              <a:t>تم استخدام </a:t>
            </a:r>
            <a:r>
              <a:rPr lang="en-US" sz="3200" dirty="0"/>
              <a:t>Visual Studio Code </a:t>
            </a:r>
            <a:r>
              <a:rPr lang="ar-JO" sz="3200" dirty="0"/>
              <a:t>لكتابة الكود وتم استخدام </a:t>
            </a:r>
            <a:r>
              <a:rPr lang="en-US" sz="3200" dirty="0"/>
              <a:t>HTML </a:t>
            </a:r>
            <a:r>
              <a:rPr lang="ar-JO" sz="3200" dirty="0"/>
              <a:t>لبناء الصفحات و </a:t>
            </a:r>
            <a:r>
              <a:rPr lang="en-US" sz="3200" dirty="0"/>
              <a:t>CSS </a:t>
            </a:r>
            <a:r>
              <a:rPr lang="ar-JO" sz="3200" dirty="0"/>
              <a:t>لتنسيق التصميم و </a:t>
            </a:r>
            <a:r>
              <a:rPr lang="en-US" sz="3200" dirty="0"/>
              <a:t>JavaScript </a:t>
            </a:r>
            <a:r>
              <a:rPr lang="ar-JO" sz="3200" dirty="0"/>
              <a:t>لإضافة التفاعل مثل السلة وتغيير اللغة والوضع الفاتح والداكن والتحقق من نموذج التواصل</a:t>
            </a:r>
            <a:endParaRPr lang="en-US" sz="3200" dirty="0"/>
          </a:p>
        </p:txBody>
      </p:sp>
    </p:spTree>
    <p:extLst>
      <p:ext uri="{BB962C8B-B14F-4D97-AF65-F5344CB8AC3E}">
        <p14:creationId xmlns:p14="http://schemas.microsoft.com/office/powerpoint/2010/main" val="794683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93ECA-AE3B-4411-946E-9AAF98CCDB74}"/>
              </a:ext>
            </a:extLst>
          </p:cNvPr>
          <p:cNvSpPr>
            <a:spLocks noGrp="1"/>
          </p:cNvSpPr>
          <p:nvPr>
            <p:ph type="ctrTitle"/>
          </p:nvPr>
        </p:nvSpPr>
        <p:spPr>
          <a:xfrm>
            <a:off x="1524000" y="661987"/>
            <a:ext cx="9144000" cy="938213"/>
          </a:xfrm>
        </p:spPr>
        <p:txBody>
          <a:bodyPr/>
          <a:lstStyle/>
          <a:p>
            <a:pPr rtl="1"/>
            <a:r>
              <a:rPr lang="ar-JO" dirty="0"/>
              <a:t>بناء صفحات </a:t>
            </a:r>
            <a:r>
              <a:rPr lang="en-US" dirty="0"/>
              <a:t>HTML</a:t>
            </a:r>
          </a:p>
        </p:txBody>
      </p:sp>
      <p:sp>
        <p:nvSpPr>
          <p:cNvPr id="3" name="Subtitle 2">
            <a:extLst>
              <a:ext uri="{FF2B5EF4-FFF2-40B4-BE49-F238E27FC236}">
                <a16:creationId xmlns:a16="http://schemas.microsoft.com/office/drawing/2014/main" id="{5F28D0AD-4A65-467A-BE80-0DAA059C71A2}"/>
              </a:ext>
            </a:extLst>
          </p:cNvPr>
          <p:cNvSpPr>
            <a:spLocks noGrp="1"/>
          </p:cNvSpPr>
          <p:nvPr>
            <p:ph type="subTitle" idx="1"/>
          </p:nvPr>
        </p:nvSpPr>
        <p:spPr>
          <a:xfrm>
            <a:off x="1524000" y="1743075"/>
            <a:ext cx="9144000" cy="3514725"/>
          </a:xfrm>
        </p:spPr>
        <p:txBody>
          <a:bodyPr/>
          <a:lstStyle/>
          <a:p>
            <a:pPr rtl="1"/>
            <a:r>
              <a:rPr lang="ar-JO" sz="3200" dirty="0"/>
              <a:t>تم إنشاء ملف </a:t>
            </a:r>
            <a:r>
              <a:rPr lang="en-US" sz="3200" dirty="0"/>
              <a:t>HTML </a:t>
            </a:r>
            <a:r>
              <a:rPr lang="ar-JO" sz="3200" dirty="0"/>
              <a:t>مستقل لكل صفحة في الموقع مثل </a:t>
            </a:r>
            <a:r>
              <a:rPr lang="en-US" sz="3200" dirty="0"/>
              <a:t>index.html </a:t>
            </a:r>
            <a:r>
              <a:rPr lang="ar-JO" sz="3200" dirty="0"/>
              <a:t>للصفحة الرئيسية و </a:t>
            </a:r>
            <a:r>
              <a:rPr lang="en-US" sz="3200" dirty="0"/>
              <a:t>shop.html </a:t>
            </a:r>
            <a:r>
              <a:rPr lang="ar-JO" sz="3200" dirty="0"/>
              <a:t>للمتجر و </a:t>
            </a:r>
            <a:r>
              <a:rPr lang="en-US" sz="3200" dirty="0"/>
              <a:t>contact.html </a:t>
            </a:r>
            <a:r>
              <a:rPr lang="ar-JO" sz="3200" dirty="0"/>
              <a:t>للتواصل ساعد هذا التنظيم على جعل الموقع واضحا وسهل التعديل لأن كل صفحة لها ملف خاص بها</a:t>
            </a:r>
            <a:endParaRPr lang="en-US" sz="3200" dirty="0"/>
          </a:p>
        </p:txBody>
      </p:sp>
    </p:spTree>
    <p:extLst>
      <p:ext uri="{BB962C8B-B14F-4D97-AF65-F5344CB8AC3E}">
        <p14:creationId xmlns:p14="http://schemas.microsoft.com/office/powerpoint/2010/main" val="1140522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77FF-8FF8-42A4-AAF5-0926B4AF2F6C}"/>
              </a:ext>
            </a:extLst>
          </p:cNvPr>
          <p:cNvSpPr>
            <a:spLocks noGrp="1"/>
          </p:cNvSpPr>
          <p:nvPr>
            <p:ph type="ctrTitle"/>
          </p:nvPr>
        </p:nvSpPr>
        <p:spPr>
          <a:xfrm>
            <a:off x="1524000" y="514351"/>
            <a:ext cx="9144000" cy="952500"/>
          </a:xfrm>
        </p:spPr>
        <p:txBody>
          <a:bodyPr/>
          <a:lstStyle/>
          <a:p>
            <a:pPr rtl="1"/>
            <a:r>
              <a:rPr lang="ar-JO" dirty="0"/>
              <a:t>تنسيق الموقع باستخدام </a:t>
            </a:r>
            <a:r>
              <a:rPr lang="en-US" dirty="0"/>
              <a:t>CSS </a:t>
            </a:r>
          </a:p>
        </p:txBody>
      </p:sp>
      <p:sp>
        <p:nvSpPr>
          <p:cNvPr id="3" name="Subtitle 2">
            <a:extLst>
              <a:ext uri="{FF2B5EF4-FFF2-40B4-BE49-F238E27FC236}">
                <a16:creationId xmlns:a16="http://schemas.microsoft.com/office/drawing/2014/main" id="{A4BE8607-2F39-4014-90AD-9B6AF6992EC7}"/>
              </a:ext>
            </a:extLst>
          </p:cNvPr>
          <p:cNvSpPr>
            <a:spLocks noGrp="1"/>
          </p:cNvSpPr>
          <p:nvPr>
            <p:ph type="subTitle" idx="1"/>
          </p:nvPr>
        </p:nvSpPr>
        <p:spPr>
          <a:xfrm>
            <a:off x="1524000" y="1771650"/>
            <a:ext cx="9144000" cy="3486150"/>
          </a:xfrm>
        </p:spPr>
        <p:txBody>
          <a:bodyPr/>
          <a:lstStyle/>
          <a:p>
            <a:pPr rtl="1"/>
            <a:r>
              <a:rPr lang="ar-JO" sz="3200" dirty="0"/>
              <a:t>تم استخدام </a:t>
            </a:r>
            <a:r>
              <a:rPr lang="en-US" sz="3200" dirty="0"/>
              <a:t>CSS </a:t>
            </a:r>
            <a:r>
              <a:rPr lang="ar-JO" sz="3200" dirty="0"/>
              <a:t>لتنسيق الألوان والخطوط والبطاقات وشريط التنقل وتوزيع العناصر داخل الصفحات وكما تم استخدام تصميم متجاوب حتى تظهر الصفحات بشكل مناسب على شاشة الكمبيوتر والهاتف</a:t>
            </a:r>
            <a:endParaRPr lang="en-US" sz="3200" dirty="0"/>
          </a:p>
        </p:txBody>
      </p:sp>
    </p:spTree>
    <p:extLst>
      <p:ext uri="{BB962C8B-B14F-4D97-AF65-F5344CB8AC3E}">
        <p14:creationId xmlns:p14="http://schemas.microsoft.com/office/powerpoint/2010/main" val="3483635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15650-66CE-4842-821A-E57FD38FC469}"/>
              </a:ext>
            </a:extLst>
          </p:cNvPr>
          <p:cNvSpPr>
            <a:spLocks noGrp="1"/>
          </p:cNvSpPr>
          <p:nvPr>
            <p:ph type="ctrTitle"/>
          </p:nvPr>
        </p:nvSpPr>
        <p:spPr>
          <a:xfrm>
            <a:off x="1524000" y="790576"/>
            <a:ext cx="9144000" cy="809624"/>
          </a:xfrm>
        </p:spPr>
        <p:txBody>
          <a:bodyPr>
            <a:normAutofit fontScale="90000"/>
          </a:bodyPr>
          <a:lstStyle/>
          <a:p>
            <a:pPr rtl="1"/>
            <a:r>
              <a:rPr lang="ar-JO" dirty="0"/>
              <a:t>التفاعل باستخدام </a:t>
            </a:r>
            <a:r>
              <a:rPr lang="en-US" dirty="0"/>
              <a:t>js</a:t>
            </a:r>
          </a:p>
        </p:txBody>
      </p:sp>
      <p:sp>
        <p:nvSpPr>
          <p:cNvPr id="3" name="Subtitle 2">
            <a:extLst>
              <a:ext uri="{FF2B5EF4-FFF2-40B4-BE49-F238E27FC236}">
                <a16:creationId xmlns:a16="http://schemas.microsoft.com/office/drawing/2014/main" id="{59443447-D668-4F7C-B654-E132CD285C47}"/>
              </a:ext>
            </a:extLst>
          </p:cNvPr>
          <p:cNvSpPr>
            <a:spLocks noGrp="1"/>
          </p:cNvSpPr>
          <p:nvPr>
            <p:ph type="subTitle" idx="1"/>
          </p:nvPr>
        </p:nvSpPr>
        <p:spPr>
          <a:xfrm>
            <a:off x="1524000" y="1785938"/>
            <a:ext cx="9144000" cy="3471862"/>
          </a:xfrm>
        </p:spPr>
        <p:txBody>
          <a:bodyPr/>
          <a:lstStyle/>
          <a:p>
            <a:pPr rtl="1"/>
            <a:r>
              <a:rPr lang="ar-JO" sz="3200" dirty="0"/>
              <a:t>تم استخدام </a:t>
            </a:r>
            <a:r>
              <a:rPr lang="en-US" sz="3200" dirty="0"/>
              <a:t>JavaScript </a:t>
            </a:r>
            <a:r>
              <a:rPr lang="ar-JO" sz="3200" dirty="0"/>
              <a:t>لإضافة وظائف مهمة للموقع مثل التحقق من نموذج التواصل وإظهار رسائل الخطأ والنجاح وإضافة المنتجات إلى السلة وتغيير اللغة وحجم الخط والتبديل بين الوضع الفاتح والداكن</a:t>
            </a:r>
            <a:endParaRPr lang="en-US" sz="3200" dirty="0"/>
          </a:p>
        </p:txBody>
      </p:sp>
    </p:spTree>
    <p:extLst>
      <p:ext uri="{BB962C8B-B14F-4D97-AF65-F5344CB8AC3E}">
        <p14:creationId xmlns:p14="http://schemas.microsoft.com/office/powerpoint/2010/main" val="2379010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CF190-CF83-4062-8F03-239DA2CF3FD0}"/>
              </a:ext>
            </a:extLst>
          </p:cNvPr>
          <p:cNvSpPr>
            <a:spLocks noGrp="1"/>
          </p:cNvSpPr>
          <p:nvPr>
            <p:ph type="ctrTitle"/>
          </p:nvPr>
        </p:nvSpPr>
        <p:spPr>
          <a:xfrm>
            <a:off x="1524000" y="857250"/>
            <a:ext cx="9144000" cy="866775"/>
          </a:xfrm>
        </p:spPr>
        <p:txBody>
          <a:bodyPr/>
          <a:lstStyle/>
          <a:p>
            <a:r>
              <a:rPr lang="ar-JO" dirty="0"/>
              <a:t>الصفحة الرئيسية</a:t>
            </a:r>
            <a:endParaRPr lang="en-US" dirty="0"/>
          </a:p>
        </p:txBody>
      </p:sp>
      <p:sp>
        <p:nvSpPr>
          <p:cNvPr id="3" name="Subtitle 2">
            <a:extLst>
              <a:ext uri="{FF2B5EF4-FFF2-40B4-BE49-F238E27FC236}">
                <a16:creationId xmlns:a16="http://schemas.microsoft.com/office/drawing/2014/main" id="{D83CBCCC-B94A-4889-A2AB-51E335C17FD1}"/>
              </a:ext>
            </a:extLst>
          </p:cNvPr>
          <p:cNvSpPr>
            <a:spLocks noGrp="1"/>
          </p:cNvSpPr>
          <p:nvPr>
            <p:ph type="subTitle" idx="1"/>
          </p:nvPr>
        </p:nvSpPr>
        <p:spPr>
          <a:xfrm>
            <a:off x="1524000" y="2057400"/>
            <a:ext cx="9144000" cy="3200400"/>
          </a:xfrm>
        </p:spPr>
        <p:txBody>
          <a:bodyPr/>
          <a:lstStyle/>
          <a:p>
            <a:pPr rtl="1"/>
            <a:r>
              <a:rPr lang="ar-JO" sz="3200" dirty="0"/>
              <a:t>تحتوي الصفحة الرئيسية على عنوان ترحيبي وصورة رئيسية وروابط سريعة للانتقال إلى المتجر والعروض الهدف من هذه الصفحة هو إعطاء المستخدم فكرة مباشرة عن الموقع وتشجيعه على تصفح المنتجات</a:t>
            </a:r>
            <a:endParaRPr lang="en-US" sz="3200" dirty="0"/>
          </a:p>
        </p:txBody>
      </p:sp>
    </p:spTree>
    <p:extLst>
      <p:ext uri="{BB962C8B-B14F-4D97-AF65-F5344CB8AC3E}">
        <p14:creationId xmlns:p14="http://schemas.microsoft.com/office/powerpoint/2010/main" val="4275847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26EC1-6D35-45C1-A2E5-10F0AE0A81B2}"/>
              </a:ext>
            </a:extLst>
          </p:cNvPr>
          <p:cNvSpPr>
            <a:spLocks noGrp="1"/>
          </p:cNvSpPr>
          <p:nvPr>
            <p:ph type="ctrTitle"/>
          </p:nvPr>
        </p:nvSpPr>
        <p:spPr>
          <a:xfrm>
            <a:off x="1524000" y="676275"/>
            <a:ext cx="9144000" cy="923925"/>
          </a:xfrm>
        </p:spPr>
        <p:txBody>
          <a:bodyPr/>
          <a:lstStyle/>
          <a:p>
            <a:r>
              <a:rPr lang="ar-JO" dirty="0"/>
              <a:t>صفحة المتجر</a:t>
            </a:r>
            <a:endParaRPr lang="en-US" dirty="0"/>
          </a:p>
        </p:txBody>
      </p:sp>
      <p:sp>
        <p:nvSpPr>
          <p:cNvPr id="3" name="Subtitle 2">
            <a:extLst>
              <a:ext uri="{FF2B5EF4-FFF2-40B4-BE49-F238E27FC236}">
                <a16:creationId xmlns:a16="http://schemas.microsoft.com/office/drawing/2014/main" id="{68B6A976-ED4E-4892-996F-AFB6978F33C1}"/>
              </a:ext>
            </a:extLst>
          </p:cNvPr>
          <p:cNvSpPr>
            <a:spLocks noGrp="1"/>
          </p:cNvSpPr>
          <p:nvPr>
            <p:ph type="subTitle" idx="1"/>
          </p:nvPr>
        </p:nvSpPr>
        <p:spPr>
          <a:xfrm>
            <a:off x="1524000" y="1957388"/>
            <a:ext cx="9144000" cy="3300412"/>
          </a:xfrm>
        </p:spPr>
        <p:txBody>
          <a:bodyPr/>
          <a:lstStyle/>
          <a:p>
            <a:pPr rtl="1"/>
            <a:r>
              <a:rPr lang="ar-JO" sz="3200" dirty="0"/>
              <a:t>تعرض صفحة المتجر الفئات الرئيسية للمنتجات وهي البيانو والجيتار والطبول والعود وكل فئة تظهر داخل بطاقة تحتوي على صورة واسم الفئة وعند الضغط عليها ينتقل المستخدم إلى صفحة المنتجات الخاصة بها</a:t>
            </a:r>
            <a:endParaRPr lang="en-US" sz="3200" dirty="0"/>
          </a:p>
        </p:txBody>
      </p:sp>
    </p:spTree>
    <p:extLst>
      <p:ext uri="{BB962C8B-B14F-4D97-AF65-F5344CB8AC3E}">
        <p14:creationId xmlns:p14="http://schemas.microsoft.com/office/powerpoint/2010/main" val="2006174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7CA0E-5EFA-4735-96A7-BDDF4466E00B}"/>
              </a:ext>
            </a:extLst>
          </p:cNvPr>
          <p:cNvSpPr>
            <a:spLocks noGrp="1"/>
          </p:cNvSpPr>
          <p:nvPr>
            <p:ph type="ctrTitle"/>
          </p:nvPr>
        </p:nvSpPr>
        <p:spPr>
          <a:xfrm>
            <a:off x="1524000" y="836613"/>
            <a:ext cx="9144000" cy="977900"/>
          </a:xfrm>
        </p:spPr>
        <p:txBody>
          <a:bodyPr/>
          <a:lstStyle/>
          <a:p>
            <a:r>
              <a:rPr lang="ar-JO" dirty="0"/>
              <a:t>صفحات المنتجات</a:t>
            </a:r>
            <a:endParaRPr lang="en-US" dirty="0"/>
          </a:p>
        </p:txBody>
      </p:sp>
      <p:sp>
        <p:nvSpPr>
          <p:cNvPr id="3" name="Subtitle 2">
            <a:extLst>
              <a:ext uri="{FF2B5EF4-FFF2-40B4-BE49-F238E27FC236}">
                <a16:creationId xmlns:a16="http://schemas.microsoft.com/office/drawing/2014/main" id="{F1D8ECEB-AB4C-46E5-A746-04953898C43B}"/>
              </a:ext>
            </a:extLst>
          </p:cNvPr>
          <p:cNvSpPr>
            <a:spLocks noGrp="1"/>
          </p:cNvSpPr>
          <p:nvPr>
            <p:ph type="subTitle" idx="1"/>
          </p:nvPr>
        </p:nvSpPr>
        <p:spPr>
          <a:xfrm>
            <a:off x="1524000" y="2200275"/>
            <a:ext cx="9144000" cy="3057525"/>
          </a:xfrm>
        </p:spPr>
        <p:txBody>
          <a:bodyPr/>
          <a:lstStyle/>
          <a:p>
            <a:pPr rtl="1"/>
            <a:r>
              <a:rPr lang="ar-JO" sz="3200" dirty="0"/>
              <a:t>تم إنشاء صفحات منفصلة لكل فئة من المنتجات مثل صفحة البيانو وصفحة الجيتار وصفحة الطبول وصفحة العود وكل صفحة تعرض ثلاثة منتجات مع صورة المنتج واسمه وسعره وزر إضافة حتى يستطيع المستخدم إضافته إلى السلة</a:t>
            </a:r>
            <a:endParaRPr lang="en-US" sz="3200" dirty="0"/>
          </a:p>
        </p:txBody>
      </p:sp>
    </p:spTree>
    <p:extLst>
      <p:ext uri="{BB962C8B-B14F-4D97-AF65-F5344CB8AC3E}">
        <p14:creationId xmlns:p14="http://schemas.microsoft.com/office/powerpoint/2010/main" val="1460668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19DA-7BF8-4212-A96E-AF4597286EE8}"/>
              </a:ext>
            </a:extLst>
          </p:cNvPr>
          <p:cNvSpPr>
            <a:spLocks noGrp="1"/>
          </p:cNvSpPr>
          <p:nvPr>
            <p:ph type="ctrTitle"/>
          </p:nvPr>
        </p:nvSpPr>
        <p:spPr>
          <a:xfrm>
            <a:off x="1524000" y="679450"/>
            <a:ext cx="9144000" cy="820737"/>
          </a:xfrm>
        </p:spPr>
        <p:txBody>
          <a:bodyPr>
            <a:normAutofit fontScale="90000"/>
          </a:bodyPr>
          <a:lstStyle/>
          <a:p>
            <a:r>
              <a:rPr lang="ar-JO" dirty="0"/>
              <a:t>صفحة الهدايا والعروض</a:t>
            </a:r>
            <a:endParaRPr lang="en-US" dirty="0"/>
          </a:p>
        </p:txBody>
      </p:sp>
      <p:sp>
        <p:nvSpPr>
          <p:cNvPr id="3" name="Subtitle 2">
            <a:extLst>
              <a:ext uri="{FF2B5EF4-FFF2-40B4-BE49-F238E27FC236}">
                <a16:creationId xmlns:a16="http://schemas.microsoft.com/office/drawing/2014/main" id="{2DE42F11-B142-4B2B-BB35-6C34581FD54D}"/>
              </a:ext>
            </a:extLst>
          </p:cNvPr>
          <p:cNvSpPr>
            <a:spLocks noGrp="1"/>
          </p:cNvSpPr>
          <p:nvPr>
            <p:ph type="subTitle" idx="1"/>
          </p:nvPr>
        </p:nvSpPr>
        <p:spPr>
          <a:xfrm>
            <a:off x="1524000" y="1971675"/>
            <a:ext cx="9144000" cy="3243263"/>
          </a:xfrm>
        </p:spPr>
        <p:txBody>
          <a:bodyPr/>
          <a:lstStyle/>
          <a:p>
            <a:pPr rtl="1"/>
            <a:r>
              <a:rPr lang="ar-JO" sz="3200" dirty="0"/>
              <a:t>تم إنشاء صفحة للهدايا تعرض قسائم وهدايا موسيقية وصفحة للعروض الخاصة تعرض باقات وتخفيضات على المنتجات وهذه الصفحات تجعل الموقع أكثر تنوعا وتمنح المستخدم خيارات إضافية غير المنتجات العادية</a:t>
            </a:r>
            <a:endParaRPr lang="en-US" sz="3200" dirty="0"/>
          </a:p>
        </p:txBody>
      </p:sp>
    </p:spTree>
    <p:extLst>
      <p:ext uri="{BB962C8B-B14F-4D97-AF65-F5344CB8AC3E}">
        <p14:creationId xmlns:p14="http://schemas.microsoft.com/office/powerpoint/2010/main" val="3405419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5C001-C59C-436D-9B35-FA33423E1238}"/>
              </a:ext>
            </a:extLst>
          </p:cNvPr>
          <p:cNvSpPr>
            <a:spLocks noGrp="1"/>
          </p:cNvSpPr>
          <p:nvPr>
            <p:ph type="ctrTitle"/>
          </p:nvPr>
        </p:nvSpPr>
        <p:spPr>
          <a:xfrm>
            <a:off x="1524000" y="708025"/>
            <a:ext cx="9144000" cy="1035050"/>
          </a:xfrm>
        </p:spPr>
        <p:txBody>
          <a:bodyPr/>
          <a:lstStyle/>
          <a:p>
            <a:r>
              <a:rPr lang="ar-JO" dirty="0"/>
              <a:t>صفحة الفيديو الترويجي</a:t>
            </a:r>
            <a:endParaRPr lang="en-US" dirty="0"/>
          </a:p>
        </p:txBody>
      </p:sp>
      <p:sp>
        <p:nvSpPr>
          <p:cNvPr id="3" name="Subtitle 2">
            <a:extLst>
              <a:ext uri="{FF2B5EF4-FFF2-40B4-BE49-F238E27FC236}">
                <a16:creationId xmlns:a16="http://schemas.microsoft.com/office/drawing/2014/main" id="{6E2768EC-34A1-480D-932C-37AEB1826749}"/>
              </a:ext>
            </a:extLst>
          </p:cNvPr>
          <p:cNvSpPr>
            <a:spLocks noGrp="1"/>
          </p:cNvSpPr>
          <p:nvPr>
            <p:ph type="subTitle" idx="1"/>
          </p:nvPr>
        </p:nvSpPr>
        <p:spPr>
          <a:xfrm>
            <a:off x="1524000" y="2043113"/>
            <a:ext cx="9144000" cy="3214687"/>
          </a:xfrm>
        </p:spPr>
        <p:txBody>
          <a:bodyPr/>
          <a:lstStyle/>
          <a:p>
            <a:pPr rtl="1"/>
            <a:r>
              <a:rPr lang="ar-JO" sz="3200" dirty="0"/>
              <a:t>تحتوي صفحة الفيديو الترويجي على فيديو بصيغة </a:t>
            </a:r>
            <a:r>
              <a:rPr lang="en-US" sz="3200" dirty="0"/>
              <a:t>MP4 </a:t>
            </a:r>
            <a:r>
              <a:rPr lang="ar-JO" sz="3200" dirty="0"/>
              <a:t>يعرض فكرة عن منتجات متجر موسيقاتي وتم إضافة الفيديو حتى يحصل المستخدم على تجربة مرئية تساعده على فهم نوعية المنتجات قبل التصفح أو التواصل</a:t>
            </a:r>
            <a:endParaRPr lang="en-US" sz="3200" dirty="0"/>
          </a:p>
        </p:txBody>
      </p:sp>
    </p:spTree>
    <p:extLst>
      <p:ext uri="{BB962C8B-B14F-4D97-AF65-F5344CB8AC3E}">
        <p14:creationId xmlns:p14="http://schemas.microsoft.com/office/powerpoint/2010/main" val="367812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745F4-470E-4464-83C7-FCB32A02CF69}"/>
              </a:ext>
            </a:extLst>
          </p:cNvPr>
          <p:cNvSpPr>
            <a:spLocks noGrp="1"/>
          </p:cNvSpPr>
          <p:nvPr>
            <p:ph type="ctrTitle"/>
          </p:nvPr>
        </p:nvSpPr>
        <p:spPr>
          <a:xfrm>
            <a:off x="1524000" y="850900"/>
            <a:ext cx="9144000" cy="863600"/>
          </a:xfrm>
        </p:spPr>
        <p:txBody>
          <a:bodyPr/>
          <a:lstStyle/>
          <a:p>
            <a:r>
              <a:rPr lang="ar-JO" dirty="0"/>
              <a:t>صفحة تواصل معنا</a:t>
            </a:r>
            <a:endParaRPr lang="en-US" dirty="0"/>
          </a:p>
        </p:txBody>
      </p:sp>
      <p:sp>
        <p:nvSpPr>
          <p:cNvPr id="3" name="Subtitle 2">
            <a:extLst>
              <a:ext uri="{FF2B5EF4-FFF2-40B4-BE49-F238E27FC236}">
                <a16:creationId xmlns:a16="http://schemas.microsoft.com/office/drawing/2014/main" id="{8568D350-7ABF-4FAA-BCAE-B0E607B34CBC}"/>
              </a:ext>
            </a:extLst>
          </p:cNvPr>
          <p:cNvSpPr>
            <a:spLocks noGrp="1"/>
          </p:cNvSpPr>
          <p:nvPr>
            <p:ph type="subTitle" idx="1"/>
          </p:nvPr>
        </p:nvSpPr>
        <p:spPr>
          <a:xfrm>
            <a:off x="1524000" y="2286000"/>
            <a:ext cx="9144000" cy="3257550"/>
          </a:xfrm>
        </p:spPr>
        <p:txBody>
          <a:bodyPr/>
          <a:lstStyle/>
          <a:p>
            <a:pPr rtl="1"/>
            <a:r>
              <a:rPr lang="ar-JO" sz="3200" dirty="0"/>
              <a:t>تحتوي صفحة تواصل معنا على نموذج لإدخال الاسم والبريد الإلكتروني ورقم الهاتف والرسالة وتم إضافة التحقق من البيانات باستخدام </a:t>
            </a:r>
            <a:r>
              <a:rPr lang="en-US" sz="3200" dirty="0"/>
              <a:t>JavaScript </a:t>
            </a:r>
            <a:r>
              <a:rPr lang="ar-JO" sz="3200" dirty="0"/>
              <a:t>حتى تظهر رسائل تنبيه عند ترك الحقول فارغة أو إدخال بريد أو رقم هاتف بطريقة غير صحيحة</a:t>
            </a:r>
            <a:endParaRPr lang="en-US" sz="3200" dirty="0"/>
          </a:p>
        </p:txBody>
      </p:sp>
    </p:spTree>
    <p:extLst>
      <p:ext uri="{BB962C8B-B14F-4D97-AF65-F5344CB8AC3E}">
        <p14:creationId xmlns:p14="http://schemas.microsoft.com/office/powerpoint/2010/main" val="4131164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3B907-5616-4C1D-B3AE-2A4B7898D3F1}"/>
              </a:ext>
            </a:extLst>
          </p:cNvPr>
          <p:cNvSpPr>
            <a:spLocks noGrp="1"/>
          </p:cNvSpPr>
          <p:nvPr>
            <p:ph type="ctrTitle"/>
          </p:nvPr>
        </p:nvSpPr>
        <p:spPr>
          <a:xfrm>
            <a:off x="1524000" y="779463"/>
            <a:ext cx="9144000" cy="963612"/>
          </a:xfrm>
        </p:spPr>
        <p:txBody>
          <a:bodyPr/>
          <a:lstStyle/>
          <a:p>
            <a:r>
              <a:rPr lang="ar-JO" dirty="0"/>
              <a:t>خطة الاختبار</a:t>
            </a:r>
            <a:endParaRPr lang="en-US" dirty="0"/>
          </a:p>
        </p:txBody>
      </p:sp>
      <p:sp>
        <p:nvSpPr>
          <p:cNvPr id="3" name="Subtitle 2">
            <a:extLst>
              <a:ext uri="{FF2B5EF4-FFF2-40B4-BE49-F238E27FC236}">
                <a16:creationId xmlns:a16="http://schemas.microsoft.com/office/drawing/2014/main" id="{7211C74B-DF5E-4245-8F3A-F9F56D9D9217}"/>
              </a:ext>
            </a:extLst>
          </p:cNvPr>
          <p:cNvSpPr>
            <a:spLocks noGrp="1"/>
          </p:cNvSpPr>
          <p:nvPr>
            <p:ph type="subTitle" idx="1"/>
          </p:nvPr>
        </p:nvSpPr>
        <p:spPr>
          <a:xfrm>
            <a:off x="1524000" y="1928813"/>
            <a:ext cx="9144000" cy="3328987"/>
          </a:xfrm>
        </p:spPr>
        <p:txBody>
          <a:bodyPr/>
          <a:lstStyle/>
          <a:p>
            <a:pPr rtl="1"/>
            <a:r>
              <a:rPr lang="ar-JO" sz="3200" dirty="0"/>
              <a:t>تم اختبار الموقع للتأكد من عمل التنقل بين الصفحات وعرض المنتجات وتشغيل الفيديو وإضافة المنتجات إلى السلة وإرسال نموذج التواصل وكما تم اختبار الموقع على أحجام شاشة مختلفة للتأكد من أن التصميم واضح على الكمبيوتر والهاتف</a:t>
            </a:r>
            <a:endParaRPr lang="en-US" sz="3200" dirty="0"/>
          </a:p>
        </p:txBody>
      </p:sp>
    </p:spTree>
    <p:extLst>
      <p:ext uri="{BB962C8B-B14F-4D97-AF65-F5344CB8AC3E}">
        <p14:creationId xmlns:p14="http://schemas.microsoft.com/office/powerpoint/2010/main" val="705038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E63E5-8D4A-4548-A643-33AB78626294}"/>
              </a:ext>
            </a:extLst>
          </p:cNvPr>
          <p:cNvSpPr>
            <a:spLocks noGrp="1"/>
          </p:cNvSpPr>
          <p:nvPr>
            <p:ph type="ctrTitle"/>
          </p:nvPr>
        </p:nvSpPr>
        <p:spPr>
          <a:xfrm>
            <a:off x="1409700" y="679451"/>
            <a:ext cx="9144000" cy="1063625"/>
          </a:xfrm>
        </p:spPr>
        <p:txBody>
          <a:bodyPr/>
          <a:lstStyle/>
          <a:p>
            <a:r>
              <a:rPr lang="ar-JO" dirty="0"/>
              <a:t>نتائج الاستبيان وملاحظات العملاء</a:t>
            </a:r>
            <a:endParaRPr lang="en-US" dirty="0"/>
          </a:p>
        </p:txBody>
      </p:sp>
      <p:sp>
        <p:nvSpPr>
          <p:cNvPr id="3" name="Subtitle 2">
            <a:extLst>
              <a:ext uri="{FF2B5EF4-FFF2-40B4-BE49-F238E27FC236}">
                <a16:creationId xmlns:a16="http://schemas.microsoft.com/office/drawing/2014/main" id="{C5BDDD5D-F3AB-4030-AD9A-230B5DEF3D27}"/>
              </a:ext>
            </a:extLst>
          </p:cNvPr>
          <p:cNvSpPr>
            <a:spLocks noGrp="1"/>
          </p:cNvSpPr>
          <p:nvPr>
            <p:ph type="subTitle" idx="1"/>
          </p:nvPr>
        </p:nvSpPr>
        <p:spPr>
          <a:xfrm>
            <a:off x="1524000" y="2071687"/>
            <a:ext cx="9144000" cy="3443287"/>
          </a:xfrm>
        </p:spPr>
        <p:txBody>
          <a:bodyPr/>
          <a:lstStyle/>
          <a:p>
            <a:pPr rtl="1"/>
            <a:r>
              <a:rPr lang="ar-JO" sz="3200" dirty="0"/>
              <a:t>تم جمع ملاحظات من المستخدمين عن طريق استبيان بعد تجربة الموقع. أظهرت النتائج أن التنقل بين الصفحات كان واضحا ولكن ظهرت مشكلات في زر إضافة وصفحة التواصل ورسالة النجاح بعد إرسال النموذج</a:t>
            </a:r>
            <a:endParaRPr lang="en-US" sz="3200" dirty="0"/>
          </a:p>
        </p:txBody>
      </p:sp>
    </p:spTree>
    <p:extLst>
      <p:ext uri="{BB962C8B-B14F-4D97-AF65-F5344CB8AC3E}">
        <p14:creationId xmlns:p14="http://schemas.microsoft.com/office/powerpoint/2010/main" val="1356510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8868-3143-47C9-AF47-4D74C8D2F31A}"/>
              </a:ext>
            </a:extLst>
          </p:cNvPr>
          <p:cNvSpPr>
            <a:spLocks noGrp="1"/>
          </p:cNvSpPr>
          <p:nvPr>
            <p:ph type="ctrTitle"/>
          </p:nvPr>
        </p:nvSpPr>
        <p:spPr>
          <a:xfrm>
            <a:off x="1524000" y="608013"/>
            <a:ext cx="9144000" cy="992187"/>
          </a:xfrm>
        </p:spPr>
        <p:txBody>
          <a:bodyPr/>
          <a:lstStyle/>
          <a:p>
            <a:r>
              <a:rPr lang="ar-JO" dirty="0"/>
              <a:t>التحسينات الأولى بناء على العملاء</a:t>
            </a:r>
            <a:endParaRPr lang="en-US" dirty="0"/>
          </a:p>
        </p:txBody>
      </p:sp>
      <p:sp>
        <p:nvSpPr>
          <p:cNvPr id="3" name="Subtitle 2">
            <a:extLst>
              <a:ext uri="{FF2B5EF4-FFF2-40B4-BE49-F238E27FC236}">
                <a16:creationId xmlns:a16="http://schemas.microsoft.com/office/drawing/2014/main" id="{FE8530DD-297A-4D94-965E-EA4C53CBE97D}"/>
              </a:ext>
            </a:extLst>
          </p:cNvPr>
          <p:cNvSpPr>
            <a:spLocks noGrp="1"/>
          </p:cNvSpPr>
          <p:nvPr>
            <p:ph type="subTitle" idx="1"/>
          </p:nvPr>
        </p:nvSpPr>
        <p:spPr>
          <a:xfrm>
            <a:off x="1524000" y="1700213"/>
            <a:ext cx="9144000" cy="3557587"/>
          </a:xfrm>
        </p:spPr>
        <p:txBody>
          <a:bodyPr/>
          <a:lstStyle/>
          <a:p>
            <a:pPr rtl="1"/>
            <a:r>
              <a:rPr lang="ar-JO" sz="3200" dirty="0"/>
              <a:t>بناء على ملاحظات العملاء تم تحسين زر إضافة حتى يكون ارتباطه بصفحة التواصل أوضح وتم توضيح أن نموذج التواصل يستخدم للشراء أو الاستفسار وكما تم تحسين ظهور اسم العرض المختار داخل الرسالة وإضافة رسالة نجاح واضحة بعد إرسال النموذج</a:t>
            </a:r>
            <a:endParaRPr lang="en-US" sz="3200" dirty="0"/>
          </a:p>
        </p:txBody>
      </p:sp>
    </p:spTree>
    <p:extLst>
      <p:ext uri="{BB962C8B-B14F-4D97-AF65-F5344CB8AC3E}">
        <p14:creationId xmlns:p14="http://schemas.microsoft.com/office/powerpoint/2010/main" val="3195303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F20FC-8175-4BF4-BE60-D08B5476E052}"/>
              </a:ext>
            </a:extLst>
          </p:cNvPr>
          <p:cNvSpPr>
            <a:spLocks noGrp="1"/>
          </p:cNvSpPr>
          <p:nvPr>
            <p:ph type="ctrTitle"/>
          </p:nvPr>
        </p:nvSpPr>
        <p:spPr>
          <a:xfrm>
            <a:off x="1524000" y="636588"/>
            <a:ext cx="9144000" cy="835025"/>
          </a:xfrm>
        </p:spPr>
        <p:txBody>
          <a:bodyPr/>
          <a:lstStyle/>
          <a:p>
            <a:r>
              <a:rPr lang="ar-JO" dirty="0"/>
              <a:t>التحسينات الإضافية للإصدار الثاني</a:t>
            </a:r>
            <a:endParaRPr lang="en-US" dirty="0"/>
          </a:p>
        </p:txBody>
      </p:sp>
      <p:sp>
        <p:nvSpPr>
          <p:cNvPr id="3" name="Subtitle 2">
            <a:extLst>
              <a:ext uri="{FF2B5EF4-FFF2-40B4-BE49-F238E27FC236}">
                <a16:creationId xmlns:a16="http://schemas.microsoft.com/office/drawing/2014/main" id="{FDA59D29-8DB9-4047-AC0F-6BB4521C4E73}"/>
              </a:ext>
            </a:extLst>
          </p:cNvPr>
          <p:cNvSpPr>
            <a:spLocks noGrp="1"/>
          </p:cNvSpPr>
          <p:nvPr>
            <p:ph type="subTitle" idx="1"/>
          </p:nvPr>
        </p:nvSpPr>
        <p:spPr>
          <a:xfrm>
            <a:off x="1524000" y="1714500"/>
            <a:ext cx="9144000" cy="3543300"/>
          </a:xfrm>
        </p:spPr>
        <p:txBody>
          <a:bodyPr/>
          <a:lstStyle/>
          <a:p>
            <a:pPr rtl="1"/>
            <a:r>
              <a:rPr lang="ar-JO" sz="3200" dirty="0"/>
              <a:t>بعد التحسينات الأولى تم تطوير إصدار ثان من الموقع بإضافة سلة منتجات وأيقونات تواصل اجتماعي والتحكم بحجم الخط والوضع الفاتح والداكن وتغيير اللغة بين العربية والإنجليزية والفرنسية والإسبانية وهذه التحسينات جعلت الموقع أكثر احترافية وسهولة في الاستخدام</a:t>
            </a:r>
            <a:endParaRPr lang="en-US" sz="3200" dirty="0"/>
          </a:p>
        </p:txBody>
      </p:sp>
    </p:spTree>
    <p:extLst>
      <p:ext uri="{BB962C8B-B14F-4D97-AF65-F5344CB8AC3E}">
        <p14:creationId xmlns:p14="http://schemas.microsoft.com/office/powerpoint/2010/main" val="4097985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0DF4C-9BF6-415A-9A44-691D481DB239}"/>
              </a:ext>
            </a:extLst>
          </p:cNvPr>
          <p:cNvSpPr>
            <a:spLocks noGrp="1"/>
          </p:cNvSpPr>
          <p:nvPr>
            <p:ph type="ctrTitle"/>
          </p:nvPr>
        </p:nvSpPr>
        <p:spPr>
          <a:xfrm>
            <a:off x="1524000" y="822325"/>
            <a:ext cx="9144000" cy="777875"/>
          </a:xfrm>
        </p:spPr>
        <p:txBody>
          <a:bodyPr>
            <a:normAutofit fontScale="90000"/>
          </a:bodyPr>
          <a:lstStyle/>
          <a:p>
            <a:r>
              <a:rPr lang="ar-JO" dirty="0"/>
              <a:t>سلة المنتجات</a:t>
            </a:r>
            <a:endParaRPr lang="en-US" dirty="0"/>
          </a:p>
        </p:txBody>
      </p:sp>
      <p:sp>
        <p:nvSpPr>
          <p:cNvPr id="3" name="Subtitle 2">
            <a:extLst>
              <a:ext uri="{FF2B5EF4-FFF2-40B4-BE49-F238E27FC236}">
                <a16:creationId xmlns:a16="http://schemas.microsoft.com/office/drawing/2014/main" id="{06DD6E2F-D470-4F51-ACB3-CD0E6E47C3D3}"/>
              </a:ext>
            </a:extLst>
          </p:cNvPr>
          <p:cNvSpPr>
            <a:spLocks noGrp="1"/>
          </p:cNvSpPr>
          <p:nvPr>
            <p:ph type="subTitle" idx="1"/>
          </p:nvPr>
        </p:nvSpPr>
        <p:spPr>
          <a:xfrm>
            <a:off x="1524000" y="1843088"/>
            <a:ext cx="9144000" cy="3414712"/>
          </a:xfrm>
        </p:spPr>
        <p:txBody>
          <a:bodyPr/>
          <a:lstStyle/>
          <a:p>
            <a:pPr rtl="1"/>
            <a:r>
              <a:rPr lang="ar-JO" sz="3200" dirty="0"/>
              <a:t>تم إضافة سلة منتجات تسمح للمستخدم بإضافة المنتجات والهدايا والعروض ومراجعتها قبل إرسال الطلب وتساعد السلة على جعل الموقع أقرب إلى مواقع التجارة الإلكترونية لأنها تجمع اختيارات المستخدم في مكان واحد</a:t>
            </a:r>
            <a:endParaRPr lang="en-US" sz="3200" dirty="0"/>
          </a:p>
        </p:txBody>
      </p:sp>
    </p:spTree>
    <p:extLst>
      <p:ext uri="{BB962C8B-B14F-4D97-AF65-F5344CB8AC3E}">
        <p14:creationId xmlns:p14="http://schemas.microsoft.com/office/powerpoint/2010/main" val="3176738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A8826-1B81-4A4D-9DCC-AE330EC80226}"/>
              </a:ext>
            </a:extLst>
          </p:cNvPr>
          <p:cNvSpPr>
            <a:spLocks noGrp="1"/>
          </p:cNvSpPr>
          <p:nvPr>
            <p:ph type="ctrTitle"/>
          </p:nvPr>
        </p:nvSpPr>
        <p:spPr>
          <a:xfrm>
            <a:off x="1524000" y="593725"/>
            <a:ext cx="9144000" cy="1006475"/>
          </a:xfrm>
        </p:spPr>
        <p:txBody>
          <a:bodyPr/>
          <a:lstStyle/>
          <a:p>
            <a:r>
              <a:rPr lang="ar-JO" dirty="0"/>
              <a:t>تغيير اللعة</a:t>
            </a:r>
            <a:endParaRPr lang="en-US" dirty="0"/>
          </a:p>
        </p:txBody>
      </p:sp>
      <p:sp>
        <p:nvSpPr>
          <p:cNvPr id="3" name="Subtitle 2">
            <a:extLst>
              <a:ext uri="{FF2B5EF4-FFF2-40B4-BE49-F238E27FC236}">
                <a16:creationId xmlns:a16="http://schemas.microsoft.com/office/drawing/2014/main" id="{489AE388-E0A9-4EF8-B2C8-80C06789DB51}"/>
              </a:ext>
            </a:extLst>
          </p:cNvPr>
          <p:cNvSpPr>
            <a:spLocks noGrp="1"/>
          </p:cNvSpPr>
          <p:nvPr>
            <p:ph type="subTitle" idx="1"/>
          </p:nvPr>
        </p:nvSpPr>
        <p:spPr>
          <a:xfrm>
            <a:off x="1524000" y="1871663"/>
            <a:ext cx="9144000" cy="3386137"/>
          </a:xfrm>
        </p:spPr>
        <p:txBody>
          <a:bodyPr/>
          <a:lstStyle/>
          <a:p>
            <a:pPr rtl="1"/>
            <a:r>
              <a:rPr lang="ar-JO" sz="3200" dirty="0"/>
              <a:t>تم إضافة خيار تغيير اللغة حتى يستطيع المستخدم عرض الموقع بالعربية أو الإنجليزية أو الفرنسية أو الإسبانية وهذا التحسين يساعد على توسيع جمهور الموقع وجعل المحتوى مفهوما لمستخدمين من خلفيات مختلفة</a:t>
            </a:r>
            <a:endParaRPr lang="en-US" sz="3200" dirty="0"/>
          </a:p>
        </p:txBody>
      </p:sp>
    </p:spTree>
    <p:extLst>
      <p:ext uri="{BB962C8B-B14F-4D97-AF65-F5344CB8AC3E}">
        <p14:creationId xmlns:p14="http://schemas.microsoft.com/office/powerpoint/2010/main" val="166546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0C71-48EF-4A35-B2A0-4A1C3AF66AC4}"/>
              </a:ext>
            </a:extLst>
          </p:cNvPr>
          <p:cNvSpPr>
            <a:spLocks noGrp="1"/>
          </p:cNvSpPr>
          <p:nvPr>
            <p:ph type="ctrTitle"/>
          </p:nvPr>
        </p:nvSpPr>
        <p:spPr>
          <a:xfrm>
            <a:off x="1524000" y="593726"/>
            <a:ext cx="9144000" cy="877887"/>
          </a:xfrm>
        </p:spPr>
        <p:txBody>
          <a:bodyPr/>
          <a:lstStyle/>
          <a:p>
            <a:r>
              <a:rPr lang="ar-JO" dirty="0"/>
              <a:t>الوضع الفاتح والداكن</a:t>
            </a:r>
            <a:endParaRPr lang="en-US" dirty="0"/>
          </a:p>
        </p:txBody>
      </p:sp>
      <p:sp>
        <p:nvSpPr>
          <p:cNvPr id="3" name="Subtitle 2">
            <a:extLst>
              <a:ext uri="{FF2B5EF4-FFF2-40B4-BE49-F238E27FC236}">
                <a16:creationId xmlns:a16="http://schemas.microsoft.com/office/drawing/2014/main" id="{088B9F54-5B98-486B-A0D1-BD6B478F119C}"/>
              </a:ext>
            </a:extLst>
          </p:cNvPr>
          <p:cNvSpPr>
            <a:spLocks noGrp="1"/>
          </p:cNvSpPr>
          <p:nvPr>
            <p:ph type="subTitle" idx="1"/>
          </p:nvPr>
        </p:nvSpPr>
        <p:spPr>
          <a:xfrm>
            <a:off x="1524000" y="1985963"/>
            <a:ext cx="9144000" cy="3271837"/>
          </a:xfrm>
        </p:spPr>
        <p:txBody>
          <a:bodyPr/>
          <a:lstStyle/>
          <a:p>
            <a:pPr rtl="1"/>
            <a:r>
              <a:rPr lang="ar-JO" sz="3200" dirty="0"/>
              <a:t>تم إضافة زر للتبديل بين الوضع الداكن والوضع الفاتح ويساعد هذا التحسين المستخدم على اختيار الشكل المريح لعينيه حسب الإضاءة أو التفضيل الشخصي ويعتبر جزءا من تحسين إمكانية الوصول</a:t>
            </a:r>
            <a:endParaRPr lang="en-US" sz="3200" dirty="0"/>
          </a:p>
        </p:txBody>
      </p:sp>
    </p:spTree>
    <p:extLst>
      <p:ext uri="{BB962C8B-B14F-4D97-AF65-F5344CB8AC3E}">
        <p14:creationId xmlns:p14="http://schemas.microsoft.com/office/powerpoint/2010/main" val="1362630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E9CA5-DE1A-4149-B0B7-BD7079D253F4}"/>
              </a:ext>
            </a:extLst>
          </p:cNvPr>
          <p:cNvSpPr>
            <a:spLocks noGrp="1"/>
          </p:cNvSpPr>
          <p:nvPr>
            <p:ph type="ctrTitle"/>
          </p:nvPr>
        </p:nvSpPr>
        <p:spPr>
          <a:xfrm>
            <a:off x="1524000" y="722313"/>
            <a:ext cx="9144000" cy="877887"/>
          </a:xfrm>
        </p:spPr>
        <p:txBody>
          <a:bodyPr/>
          <a:lstStyle/>
          <a:p>
            <a:r>
              <a:rPr lang="ar-JO" dirty="0"/>
              <a:t>التحكم بحجم الخط</a:t>
            </a:r>
            <a:endParaRPr lang="en-US" dirty="0"/>
          </a:p>
        </p:txBody>
      </p:sp>
      <p:sp>
        <p:nvSpPr>
          <p:cNvPr id="3" name="Subtitle 2">
            <a:extLst>
              <a:ext uri="{FF2B5EF4-FFF2-40B4-BE49-F238E27FC236}">
                <a16:creationId xmlns:a16="http://schemas.microsoft.com/office/drawing/2014/main" id="{C2F47F81-DE54-4AA6-B33F-684B90E39509}"/>
              </a:ext>
            </a:extLst>
          </p:cNvPr>
          <p:cNvSpPr>
            <a:spLocks noGrp="1"/>
          </p:cNvSpPr>
          <p:nvPr>
            <p:ph type="subTitle" idx="1"/>
          </p:nvPr>
        </p:nvSpPr>
        <p:spPr>
          <a:xfrm>
            <a:off x="1524000" y="1843088"/>
            <a:ext cx="9144000" cy="3414712"/>
          </a:xfrm>
        </p:spPr>
        <p:txBody>
          <a:bodyPr/>
          <a:lstStyle/>
          <a:p>
            <a:pPr rtl="1"/>
            <a:r>
              <a:rPr lang="ar-JO" sz="3200" dirty="0"/>
              <a:t>تم إضافة أزرار </a:t>
            </a:r>
            <a:r>
              <a:rPr lang="en-US" sz="3200" dirty="0"/>
              <a:t>A+ </a:t>
            </a:r>
            <a:r>
              <a:rPr lang="ar-JO" sz="3200" dirty="0"/>
              <a:t>و </a:t>
            </a:r>
            <a:r>
              <a:rPr lang="en-US" sz="3200" dirty="0"/>
              <a:t>A- </a:t>
            </a:r>
            <a:r>
              <a:rPr lang="ar-JO" sz="3200" dirty="0"/>
              <a:t>للتحكم بحجم النص داخل الموقع وهذا التحسين يساعد المستخدمين الذين يحتاجون إلى نص أكبر للقراءة ويجعل الموقع مناسبا أكثر للمستخدمين ذوي الاحتياجات المختلفة</a:t>
            </a:r>
            <a:endParaRPr lang="en-US" sz="3200" dirty="0"/>
          </a:p>
        </p:txBody>
      </p:sp>
    </p:spTree>
    <p:extLst>
      <p:ext uri="{BB962C8B-B14F-4D97-AF65-F5344CB8AC3E}">
        <p14:creationId xmlns:p14="http://schemas.microsoft.com/office/powerpoint/2010/main" val="1290167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BA6B8-42E5-4A7A-AAD7-32629848407F}"/>
              </a:ext>
            </a:extLst>
          </p:cNvPr>
          <p:cNvSpPr>
            <a:spLocks noGrp="1"/>
          </p:cNvSpPr>
          <p:nvPr>
            <p:ph type="ctrTitle"/>
          </p:nvPr>
        </p:nvSpPr>
        <p:spPr>
          <a:xfrm>
            <a:off x="1524000" y="579438"/>
            <a:ext cx="9144000" cy="877887"/>
          </a:xfrm>
        </p:spPr>
        <p:txBody>
          <a:bodyPr/>
          <a:lstStyle/>
          <a:p>
            <a:r>
              <a:rPr lang="ar-JO" dirty="0"/>
              <a:t>مقارنة قبل وبعد</a:t>
            </a:r>
            <a:endParaRPr lang="en-US" dirty="0"/>
          </a:p>
        </p:txBody>
      </p:sp>
      <p:sp>
        <p:nvSpPr>
          <p:cNvPr id="3" name="Subtitle 2">
            <a:extLst>
              <a:ext uri="{FF2B5EF4-FFF2-40B4-BE49-F238E27FC236}">
                <a16:creationId xmlns:a16="http://schemas.microsoft.com/office/drawing/2014/main" id="{F1833D52-7D57-4E28-8D05-2730B19AB9AE}"/>
              </a:ext>
            </a:extLst>
          </p:cNvPr>
          <p:cNvSpPr>
            <a:spLocks noGrp="1"/>
          </p:cNvSpPr>
          <p:nvPr>
            <p:ph type="subTitle" idx="1"/>
          </p:nvPr>
        </p:nvSpPr>
        <p:spPr>
          <a:xfrm>
            <a:off x="1524000" y="1857375"/>
            <a:ext cx="9144000" cy="3400425"/>
          </a:xfrm>
        </p:spPr>
        <p:txBody>
          <a:bodyPr/>
          <a:lstStyle/>
          <a:p>
            <a:r>
              <a:rPr lang="ar-JO" sz="3200" dirty="0"/>
              <a:t>في الإصدار الأول كان الموقع يعرض الصفحات والمنتجات بشكل أساسي فقط وبعد الاختبار والتحسين أصبح الموقع أوضح وأكثر تفاعلا بسبب إضافة رسائل التوضيح والسلة وتغيير اللغة والوضع الفاتح والداكن والتحكم بحجم الخط</a:t>
            </a:r>
            <a:endParaRPr lang="en-US" sz="3200" dirty="0"/>
          </a:p>
        </p:txBody>
      </p:sp>
    </p:spTree>
    <p:extLst>
      <p:ext uri="{BB962C8B-B14F-4D97-AF65-F5344CB8AC3E}">
        <p14:creationId xmlns:p14="http://schemas.microsoft.com/office/powerpoint/2010/main" val="1803240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C40B-FAD4-44EC-A1B6-30AD1FC7636A}"/>
              </a:ext>
            </a:extLst>
          </p:cNvPr>
          <p:cNvSpPr>
            <a:spLocks noGrp="1"/>
          </p:cNvSpPr>
          <p:nvPr>
            <p:ph type="ctrTitle"/>
          </p:nvPr>
        </p:nvSpPr>
        <p:spPr>
          <a:xfrm>
            <a:off x="1524000" y="622300"/>
            <a:ext cx="9144000" cy="977900"/>
          </a:xfrm>
        </p:spPr>
        <p:txBody>
          <a:bodyPr/>
          <a:lstStyle/>
          <a:p>
            <a:r>
              <a:rPr lang="ar-JO" dirty="0"/>
              <a:t>النسخة النهائية من الموقع</a:t>
            </a:r>
            <a:endParaRPr lang="en-US" dirty="0"/>
          </a:p>
        </p:txBody>
      </p:sp>
      <p:sp>
        <p:nvSpPr>
          <p:cNvPr id="3" name="Subtitle 2">
            <a:extLst>
              <a:ext uri="{FF2B5EF4-FFF2-40B4-BE49-F238E27FC236}">
                <a16:creationId xmlns:a16="http://schemas.microsoft.com/office/drawing/2014/main" id="{4FC1768A-8B75-47CF-A7BA-FA8915F8B274}"/>
              </a:ext>
            </a:extLst>
          </p:cNvPr>
          <p:cNvSpPr>
            <a:spLocks noGrp="1"/>
          </p:cNvSpPr>
          <p:nvPr>
            <p:ph type="subTitle" idx="1"/>
          </p:nvPr>
        </p:nvSpPr>
        <p:spPr>
          <a:xfrm>
            <a:off x="1524000" y="2057400"/>
            <a:ext cx="9144000" cy="3200400"/>
          </a:xfrm>
        </p:spPr>
        <p:txBody>
          <a:bodyPr/>
          <a:lstStyle/>
          <a:p>
            <a:pPr rtl="1"/>
            <a:r>
              <a:rPr lang="ar-JO" sz="3200" dirty="0"/>
              <a:t>النسخة النهائية من موقع موسيقاتي أصبحت تحتوي على صفحات منظمة وتصميم موحد ووظائف تفاعلية وتحسينات في تجربة المستخدم وإمكانية الوصول وأصبح الموقع أسهل في التصفح وأكثر وضوحا للمستخدم</a:t>
            </a:r>
            <a:endParaRPr lang="en-US" sz="3200" dirty="0"/>
          </a:p>
        </p:txBody>
      </p:sp>
    </p:spTree>
    <p:extLst>
      <p:ext uri="{BB962C8B-B14F-4D97-AF65-F5344CB8AC3E}">
        <p14:creationId xmlns:p14="http://schemas.microsoft.com/office/powerpoint/2010/main" val="2828742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36CD6-DFBC-4141-82D5-E59FDF070D4C}"/>
              </a:ext>
            </a:extLst>
          </p:cNvPr>
          <p:cNvSpPr>
            <a:spLocks noGrp="1"/>
          </p:cNvSpPr>
          <p:nvPr>
            <p:ph type="ctrTitle"/>
          </p:nvPr>
        </p:nvSpPr>
        <p:spPr>
          <a:xfrm>
            <a:off x="1524000" y="344488"/>
            <a:ext cx="9144000" cy="877887"/>
          </a:xfrm>
        </p:spPr>
        <p:txBody>
          <a:bodyPr/>
          <a:lstStyle/>
          <a:p>
            <a:r>
              <a:rPr lang="ar-JO" dirty="0"/>
              <a:t>ما تعلمته من المشروع</a:t>
            </a:r>
            <a:endParaRPr lang="en-US" dirty="0"/>
          </a:p>
        </p:txBody>
      </p:sp>
      <p:sp>
        <p:nvSpPr>
          <p:cNvPr id="3" name="Subtitle 2">
            <a:extLst>
              <a:ext uri="{FF2B5EF4-FFF2-40B4-BE49-F238E27FC236}">
                <a16:creationId xmlns:a16="http://schemas.microsoft.com/office/drawing/2014/main" id="{38C130AF-9FB5-488E-9C8D-2E359C981200}"/>
              </a:ext>
            </a:extLst>
          </p:cNvPr>
          <p:cNvSpPr>
            <a:spLocks noGrp="1"/>
          </p:cNvSpPr>
          <p:nvPr>
            <p:ph type="subTitle" idx="1"/>
          </p:nvPr>
        </p:nvSpPr>
        <p:spPr>
          <a:xfrm>
            <a:off x="1524000" y="1800225"/>
            <a:ext cx="9144000" cy="3457575"/>
          </a:xfrm>
        </p:spPr>
        <p:txBody>
          <a:bodyPr/>
          <a:lstStyle/>
          <a:p>
            <a:pPr rtl="1"/>
            <a:r>
              <a:rPr lang="ar-JO" sz="3200" dirty="0"/>
              <a:t>تعلمت من هذا المشروع كيفية تحويل التصميم إلى موقع ويب حقيقي باستخدام </a:t>
            </a:r>
            <a:r>
              <a:rPr lang="en-US" sz="3200" dirty="0"/>
              <a:t>HTML </a:t>
            </a:r>
            <a:r>
              <a:rPr lang="ar-JO" sz="3200" dirty="0"/>
              <a:t>و </a:t>
            </a:r>
            <a:r>
              <a:rPr lang="en-US" sz="3200" dirty="0"/>
              <a:t>CSS </a:t>
            </a:r>
            <a:r>
              <a:rPr lang="ar-JO" sz="3200" dirty="0"/>
              <a:t>و </a:t>
            </a:r>
            <a:r>
              <a:rPr lang="en-US" sz="3200" dirty="0"/>
              <a:t>JavaScript </a:t>
            </a:r>
            <a:r>
              <a:rPr lang="ar-JO" sz="3200" dirty="0"/>
              <a:t>كما تعلمت أهمية اختبار الموقع وجمع ملاحظات المستخدمين لأن الاختبار يساعد على اكتشاف المشكلات وتحسين جودة الموقع</a:t>
            </a:r>
            <a:endParaRPr lang="en-US" sz="3200" dirty="0"/>
          </a:p>
        </p:txBody>
      </p:sp>
    </p:spTree>
    <p:extLst>
      <p:ext uri="{BB962C8B-B14F-4D97-AF65-F5344CB8AC3E}">
        <p14:creationId xmlns:p14="http://schemas.microsoft.com/office/powerpoint/2010/main" val="45203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96AB-BDEF-422F-B802-B6BF9311A30D}"/>
              </a:ext>
            </a:extLst>
          </p:cNvPr>
          <p:cNvSpPr>
            <a:spLocks noGrp="1"/>
          </p:cNvSpPr>
          <p:nvPr>
            <p:ph type="ctrTitle"/>
          </p:nvPr>
        </p:nvSpPr>
        <p:spPr>
          <a:xfrm>
            <a:off x="1524000" y="679450"/>
            <a:ext cx="9144000" cy="920750"/>
          </a:xfrm>
        </p:spPr>
        <p:txBody>
          <a:bodyPr/>
          <a:lstStyle/>
          <a:p>
            <a:r>
              <a:rPr lang="ar-JO" dirty="0"/>
              <a:t>الخلاصة</a:t>
            </a:r>
            <a:endParaRPr lang="en-US" dirty="0"/>
          </a:p>
        </p:txBody>
      </p:sp>
      <p:sp>
        <p:nvSpPr>
          <p:cNvPr id="3" name="Subtitle 2">
            <a:extLst>
              <a:ext uri="{FF2B5EF4-FFF2-40B4-BE49-F238E27FC236}">
                <a16:creationId xmlns:a16="http://schemas.microsoft.com/office/drawing/2014/main" id="{5C07930D-816E-473E-B868-140654FD8D5E}"/>
              </a:ext>
            </a:extLst>
          </p:cNvPr>
          <p:cNvSpPr>
            <a:spLocks noGrp="1"/>
          </p:cNvSpPr>
          <p:nvPr>
            <p:ph type="subTitle" idx="1"/>
          </p:nvPr>
        </p:nvSpPr>
        <p:spPr>
          <a:xfrm>
            <a:off x="1524000" y="2014538"/>
            <a:ext cx="9144000" cy="3243262"/>
          </a:xfrm>
        </p:spPr>
        <p:txBody>
          <a:bodyPr/>
          <a:lstStyle/>
          <a:p>
            <a:pPr rtl="1"/>
            <a:r>
              <a:rPr lang="ar-JO" sz="3200" dirty="0"/>
              <a:t>في النهاية تم تطوير موقع موسيقاتي من فكرة وتصميم أولي إلى موقع ويب عملي يحتوي على صفحات متعددة ووظائف تفاعلية وتحسينات بناء على ملاحظات العملاء ومعايير تجربة المستخدم وأصبح الموقع النهائي أكثر احترافية ووضوحا من الإصدار الأول ويلبي الهدف المطلوب منه بشكل أفضل</a:t>
            </a:r>
            <a:endParaRPr lang="en-US" sz="3200" dirty="0"/>
          </a:p>
        </p:txBody>
      </p:sp>
    </p:spTree>
    <p:extLst>
      <p:ext uri="{BB962C8B-B14F-4D97-AF65-F5344CB8AC3E}">
        <p14:creationId xmlns:p14="http://schemas.microsoft.com/office/powerpoint/2010/main" val="8631356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28</TotalTime>
  <Words>1090</Words>
  <Application>Microsoft Office PowerPoint</Application>
  <PresentationFormat>Widescreen</PresentationFormat>
  <Paragraphs>60</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Celestial</vt:lpstr>
      <vt:lpstr>مقدمة المشروع</vt:lpstr>
      <vt:lpstr>فكرة موقع موسيقاتي</vt:lpstr>
      <vt:lpstr>الهدف من الموقع</vt:lpstr>
      <vt:lpstr>الجمهور المستهدف</vt:lpstr>
      <vt:lpstr>المتطلبات الأساسية للموقع</vt:lpstr>
      <vt:lpstr>التصميم الأولي في FIGMA</vt:lpstr>
      <vt:lpstr>الهوية البصرية للموقع</vt:lpstr>
      <vt:lpstr>خريطة الموقع</vt:lpstr>
      <vt:lpstr>الأدوات المستخدمة في التطوير</vt:lpstr>
      <vt:lpstr>بناء صفحات HTML</vt:lpstr>
      <vt:lpstr>تنسيق الموقع باستخدام CSS </vt:lpstr>
      <vt:lpstr>التفاعل باستخدام js</vt:lpstr>
      <vt:lpstr>الصفحة الرئيسية</vt:lpstr>
      <vt:lpstr>صفحة المتجر</vt:lpstr>
      <vt:lpstr>صفحات المنتجات</vt:lpstr>
      <vt:lpstr>صفحة الهدايا والعروض</vt:lpstr>
      <vt:lpstr>صفحة الفيديو الترويجي</vt:lpstr>
      <vt:lpstr>صفحة تواصل معنا</vt:lpstr>
      <vt:lpstr>خطة الاختبار</vt:lpstr>
      <vt:lpstr>نتائج الاستبيان وملاحظات العملاء</vt:lpstr>
      <vt:lpstr>التحسينات الأولى بناء على العملاء</vt:lpstr>
      <vt:lpstr>التحسينات الإضافية للإصدار الثاني</vt:lpstr>
      <vt:lpstr>سلة المنتجات</vt:lpstr>
      <vt:lpstr>تغيير اللعة</vt:lpstr>
      <vt:lpstr>الوضع الفاتح والداكن</vt:lpstr>
      <vt:lpstr>التحكم بحجم الخط</vt:lpstr>
      <vt:lpstr>مقارنة قبل وبعد</vt:lpstr>
      <vt:lpstr>النسخة النهائية من الموقع</vt:lpstr>
      <vt:lpstr>ما تعلمته من المشروع</vt:lpstr>
      <vt:lpstr>الخلاصة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مقدمة المشروع</dc:title>
  <dc:creator>Majed Mohammad</dc:creator>
  <cp:lastModifiedBy>Majed Mohammad</cp:lastModifiedBy>
  <cp:revision>3</cp:revision>
  <dcterms:created xsi:type="dcterms:W3CDTF">2026-06-06T14:46:24Z</dcterms:created>
  <dcterms:modified xsi:type="dcterms:W3CDTF">2026-06-06T15:14:29Z</dcterms:modified>
</cp:coreProperties>
</file>